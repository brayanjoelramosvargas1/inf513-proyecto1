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2c88f032ba4fd3" /><Relationship Type="http://schemas.openxmlformats.org/officeDocument/2006/relationships/extended-properties" Target="/docProps/app.xml" Id="Rd82236ac43b14fd6" /><Relationship Type="http://schemas.openxmlformats.org/officeDocument/2006/relationships/officeDocument" Target="/ppt/presentation.xml" Id="Ra3196317084a43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29df0b0d8644d6"/>
  </p:sldMasterIdLst>
  <p:notesMasterIdLst>
    <p:notesMasterId xmlns:r="http://schemas.openxmlformats.org/officeDocument/2006/relationships" r:id="Ra533003d3f1c42fa"/>
  </p:notesMasterIdLst>
  <p:sldIdLst>
    <p:sldId xmlns:r="http://schemas.openxmlformats.org/officeDocument/2006/relationships" id="256" r:id="Rd590515aa1844d8b"/>
    <p:sldId xmlns:r="http://schemas.openxmlformats.org/officeDocument/2006/relationships" id="257" r:id="R79cadbc2cd234713"/>
    <p:sldId xmlns:r="http://schemas.openxmlformats.org/officeDocument/2006/relationships" id="258" r:id="R496e503f9a3044a1"/>
    <p:sldId xmlns:r="http://schemas.openxmlformats.org/officeDocument/2006/relationships" id="259" r:id="R7200763feb3242ae"/>
    <p:sldId xmlns:r="http://schemas.openxmlformats.org/officeDocument/2006/relationships" id="260" r:id="R11c2b42dcec04fc2"/>
    <p:sldId xmlns:r="http://schemas.openxmlformats.org/officeDocument/2006/relationships" id="261" r:id="Rb915c16a25bd4289"/>
    <p:sldId xmlns:r="http://schemas.openxmlformats.org/officeDocument/2006/relationships" id="262" r:id="R2f20edea218f4583"/>
    <p:sldId xmlns:r="http://schemas.openxmlformats.org/officeDocument/2006/relationships" id="263" r:id="R33a3e0d3ab984270"/>
    <p:sldId xmlns:r="http://schemas.openxmlformats.org/officeDocument/2006/relationships" id="264" r:id="Rd1c96349caa1434b"/>
    <p:sldId xmlns:r="http://schemas.openxmlformats.org/officeDocument/2006/relationships" id="265" r:id="R34c32c1b723a4c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eac1f563564d98" /><Relationship Type="http://schemas.openxmlformats.org/officeDocument/2006/relationships/slideMaster" Target="/ppt/slideMasters/slideMaster1.xml" Id="R0629df0b0d8644d6" /><Relationship Type="http://schemas.openxmlformats.org/officeDocument/2006/relationships/notesMaster" Target="/ppt/notesMasters/notesMaster1.xml" Id="Ra533003d3f1c42fa" /><Relationship Type="http://schemas.openxmlformats.org/officeDocument/2006/relationships/presProps" Target="/ppt/presProps.xml" Id="R17f3e123b92748a6" /><Relationship Type="http://schemas.openxmlformats.org/officeDocument/2006/relationships/tableStyles" Target="/ppt/tableStyles.xml" Id="R412d163f0035457c" /><Relationship Type="http://schemas.openxmlformats.org/officeDocument/2006/relationships/slide" Target="/ppt/slides/slide1.xml" Id="Rd590515aa1844d8b" /><Relationship Type="http://schemas.openxmlformats.org/officeDocument/2006/relationships/slide" Target="/ppt/slides/slide2.xml" Id="R79cadbc2cd234713" /><Relationship Type="http://schemas.openxmlformats.org/officeDocument/2006/relationships/slide" Target="/ppt/slides/slide3.xml" Id="R496e503f9a3044a1" /><Relationship Type="http://schemas.openxmlformats.org/officeDocument/2006/relationships/slide" Target="/ppt/slides/slide4.xml" Id="R7200763feb3242ae" /><Relationship Type="http://schemas.openxmlformats.org/officeDocument/2006/relationships/slide" Target="/ppt/slides/slide5.xml" Id="R11c2b42dcec04fc2" /><Relationship Type="http://schemas.openxmlformats.org/officeDocument/2006/relationships/slide" Target="/ppt/slides/slide6.xml" Id="Rb915c16a25bd4289" /><Relationship Type="http://schemas.openxmlformats.org/officeDocument/2006/relationships/slide" Target="/ppt/slides/slide7.xml" Id="R2f20edea218f4583" /><Relationship Type="http://schemas.openxmlformats.org/officeDocument/2006/relationships/slide" Target="/ppt/slides/slide8.xml" Id="R33a3e0d3ab984270" /><Relationship Type="http://schemas.openxmlformats.org/officeDocument/2006/relationships/slide" Target="/ppt/slides/slide9.xml" Id="Rd1c96349caa1434b" /><Relationship Type="http://schemas.openxmlformats.org/officeDocument/2006/relationships/slide" Target="/ppt/slides/slide10.xml" Id="R34c32c1b723a4c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d4e49fef3646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d993af3eee47b2" /><Relationship Type="http://schemas.openxmlformats.org/officeDocument/2006/relationships/notesMaster" Target="/ppt/notesMasters/notesMaster1.xml" Id="Ra548344df18148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efdfc6d977424a" /><Relationship Type="http://schemas.openxmlformats.org/officeDocument/2006/relationships/notesMaster" Target="/ppt/notesMasters/notesMaster1.xml" Id="Ra70e0da285474d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0c7127f7845d3" /><Relationship Type="http://schemas.openxmlformats.org/officeDocument/2006/relationships/notesMaster" Target="/ppt/notesMasters/notesMaster1.xml" Id="R572344e495944f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389a58853348d7" /><Relationship Type="http://schemas.openxmlformats.org/officeDocument/2006/relationships/notesMaster" Target="/ppt/notesMasters/notesMaster1.xml" Id="R24c5635bc5ce4a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dc0f8416304ac4" /><Relationship Type="http://schemas.openxmlformats.org/officeDocument/2006/relationships/notesMaster" Target="/ppt/notesMasters/notesMaster1.xml" Id="Rc58f4b8dbee640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064f62d06e482d" /><Relationship Type="http://schemas.openxmlformats.org/officeDocument/2006/relationships/notesMaster" Target="/ppt/notesMasters/notesMaster1.xml" Id="Rcde5be72d12246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1ad8e2b38c4f25" /><Relationship Type="http://schemas.openxmlformats.org/officeDocument/2006/relationships/notesMaster" Target="/ppt/notesMasters/notesMaster1.xml" Id="R6829aabece784e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e2f74cead547a4" /><Relationship Type="http://schemas.openxmlformats.org/officeDocument/2006/relationships/notesMaster" Target="/ppt/notesMasters/notesMaster1.xml" Id="Ref461fdf4d0144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cf56c38c25481b" /><Relationship Type="http://schemas.openxmlformats.org/officeDocument/2006/relationships/notesMaster" Target="/ppt/notesMasters/notesMaster1.xml" Id="R4133338a2e444c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f00b294f4444c6" /><Relationship Type="http://schemas.openxmlformats.org/officeDocument/2006/relationships/notesMaster" Target="/ppt/notesMasters/notesMaster1.xml" Id="Rb213e96e3869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b44500f4584c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8952cc3b8846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346a3d58d4da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6c473b9c9745c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41c878d0ac423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34d2e4f97d43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A8EA78-0CE2-4C3F-9434-5BE4D74659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A2046B-D013-4F7A-BCC6-2FBB3BF6A2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718BB34-B0D7-4E81-B74B-0A5E8044E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087808-EC31-413D-BC12-796964FAA8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516AC3-B69F-4DAE-9DAA-2AD880F68B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C32F8F5-AB41-4AB1-9E2D-675966E93B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E5012C-669E-4C33-AE61-884F8727A1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FCA2C27-2A16-4758-AEDF-B545389DF33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3CD5ED-37B9-440B-B3FF-0FDB95ED93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01CD12-22EC-49AA-ABA6-70AE4914FC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928efdf10a41f2" /><Relationship Type="http://schemas.openxmlformats.org/officeDocument/2006/relationships/slideLayout" Target="/ppt/slideLayouts/slideLayout1.xml" Id="Rc7e9adf8be1a4c1f" /><Relationship Type="http://schemas.openxmlformats.org/officeDocument/2006/relationships/slideLayout" Target="/ppt/slideLayouts/slideLayout2.xml" Id="Rf2982ac9aec2450e" /><Relationship Type="http://schemas.openxmlformats.org/officeDocument/2006/relationships/slideLayout" Target="/ppt/slideLayouts/slideLayout3.xml" Id="Rf8e34fba80af491e" /><Relationship Type="http://schemas.openxmlformats.org/officeDocument/2006/relationships/slideLayout" Target="/ppt/slideLayouts/slideLayout4.xml" Id="R26201e9782594e06" /><Relationship Type="http://schemas.openxmlformats.org/officeDocument/2006/relationships/slideLayout" Target="/ppt/slideLayouts/slideLayout5.xml" Id="Reaae6e4da1d24f6e" /><Relationship Type="http://schemas.openxmlformats.org/officeDocument/2006/relationships/slideLayout" Target="/ppt/slideLayouts/slideLayout6.xml" Id="R00f851c5b7e84c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e9adf8be1a4c1f"/>
    <p:sldLayoutId xmlns:r="http://schemas.openxmlformats.org/officeDocument/2006/relationships" id="2147483650" r:id="Rf2982ac9aec2450e"/>
    <p:sldLayoutId xmlns:r="http://schemas.openxmlformats.org/officeDocument/2006/relationships" id="2147483651" r:id="Rf8e34fba80af491e"/>
    <p:sldLayoutId xmlns:r="http://schemas.openxmlformats.org/officeDocument/2006/relationships" id="2147483652" r:id="R26201e9782594e06"/>
    <p:sldLayoutId xmlns:r="http://schemas.openxmlformats.org/officeDocument/2006/relationships" id="2147483653" r:id="Reaae6e4da1d24f6e"/>
    <p:sldLayoutId xmlns:r="http://schemas.openxmlformats.org/officeDocument/2006/relationships" id="2147483654" r:id="R00f851c5b7e84c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a454cef5594a01" /><Relationship Type="http://schemas.openxmlformats.org/officeDocument/2006/relationships/notesSlide" Target="/ppt/notesSlides/notesSlide1.xml" Id="R85876c948e6e4e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ec5c39f4a64fe7" /><Relationship Type="http://schemas.openxmlformats.org/officeDocument/2006/relationships/notesSlide" Target="/ppt/notesSlides/notesSlide2.xml" Id="R8d2fbef06a854f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13fe9a105944dd" /><Relationship Type="http://schemas.openxmlformats.org/officeDocument/2006/relationships/notesSlide" Target="/ppt/notesSlides/notesSlide3.xml" Id="R81534a9bf0244d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1e249d60d947c7" /><Relationship Type="http://schemas.openxmlformats.org/officeDocument/2006/relationships/notesSlide" Target="/ppt/notesSlides/notesSlide4.xml" Id="R00241bd3f3934d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fcb3aaf2ae453a" /><Relationship Type="http://schemas.openxmlformats.org/officeDocument/2006/relationships/notesSlide" Target="/ppt/notesSlides/notesSlide5.xml" Id="Rb86c0d5fdcb84c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2687b2754e4f8a" /><Relationship Type="http://schemas.openxmlformats.org/officeDocument/2006/relationships/notesSlide" Target="/ppt/notesSlides/notesSlide6.xml" Id="Ra405980e6cb747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72d4e78de84fa6" /><Relationship Type="http://schemas.openxmlformats.org/officeDocument/2006/relationships/notesSlide" Target="/ppt/notesSlides/notesSlide7.xml" Id="R0c2f42e5be1743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b8796a87b4953" /><Relationship Type="http://schemas.openxmlformats.org/officeDocument/2006/relationships/notesSlide" Target="/ppt/notesSlides/notesSlide8.xml" Id="Rcaefad04f0724c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ddc8526a974414" /><Relationship Type="http://schemas.openxmlformats.org/officeDocument/2006/relationships/notesSlide" Target="/ppt/notesSlides/notesSlide9.xml" Id="Rf4aef7241d6f48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752942762e4fb1" /><Relationship Type="http://schemas.openxmlformats.org/officeDocument/2006/relationships/notesSlide" Target="/ppt/notesSlides/notesSlide10.xml" Id="Re2871219ee4249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8A0FE-A209-4451-91B9-6D76FAA4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F1C1B-2BAA-4769-AAF5-AA169633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4522E-DE1C-474C-BB01-8269345C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|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AFED4-D59D-4C59-B935-9966EBA3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866E6-CC43-4CC5-A7CB-2A5ECEBC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44D15-74A1-4BD3-9369-5B15A8C8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D6691-5E4A-4551-BF64-9731062D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340850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D003F-92F2-49BF-AC79-418130D5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3BC3A-1A66-41F6-9FFB-D725B358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84730-BFAA-4B4A-842C-C38670D1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014CC-2734-4936-8C68-2E7DAA50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5407C-DBB9-4AD6-8593-10B6A6E7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981D8-BFEC-4631-9B73-02A5B7B4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9823A-33F9-4B92-BF22-3CFA2190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F273C-D186-4547-9918-75580D38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32391-CAC1-4A78-AB36-04AE593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63F1EF-F857-4AEA-A9C1-84CDEF40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69EBD-E041-4FAA-BDD8-E5976D4E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AFC75-EAB5-46B0-AAA6-4724DCBF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B71C21-31EE-4456-BD92-EB086C32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el comando, los parámetros y el rol antes de ejecutar 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E3EC9-B3D3-4483-8566-E690C15D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07BD-2008-46C2-AE2A-4D1E7A75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2C5FB-1909-4299-8C02-4EECBACF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C5EF12-0D6C-4DAF-A4EC-0F9F86D0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9BD21-BEC7-402C-A454-0CCD825E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BC1957-6D97-4CB8-A76E-28A2EC2B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9AD53-3AAD-417B-93EF-5729B6D3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2D38F-5B33-4322-8364-E66743A7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1060750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EB1B66-2B98-4BFD-B244-F34E56CF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2C13B-6A9F-4E40-A71A-A3837187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09B74-7FD2-41B9-AD71-945CC2C3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5CBA9-1553-4053-B4BF-E82B3713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70EF0-AC92-428D-BBA4-4DAC2F11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E6F09-70C3-448E-8B7A-49537311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CA550-8B99-4F9D-9B73-4DD4A0B6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97C33E-3C6A-407D-9CBD-A3AE9A75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BF864-5645-4447-937A-DA3A01B4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A273E-9F32-4B5D-A596-B57E0428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F0AF1E-ED0C-42F5-8B1E-6A2D9E65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92AAB-EC21-4ADB-A84F-3C7A4F79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B8E7F-4F18-40B9-94BB-51953CD2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53A80-E8B2-4571-9AAF-0610996B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172E06-56AE-489E-AD44-F7AD1B92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POP3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E8BE6F-AF84-429D-992E-16E4E0EC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Solo mensajes nuevos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EE931-2356-4590-A214-559C07CD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553A9-A6C7-4806-BBB0-BCED4978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950233-C7A2-41A2-8E1E-BC5A85FD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D3DC3-4514-4ED0-B530-CF8650FE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31D55-7B7B-4FC0-BAB7-8D92472E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30DBB9-49F2-4495-9B44-6DE8F2FC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permisos y reglas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B84646-3466-46D4-9CB1-8B5C2293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040C9A-2350-44FC-8419-231E860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563A5-95DB-48FB-B278-A7504CB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1BAD9A-F7AD-446B-84FC-38C028A2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CEC038-6BC4-43FC-BF3D-FB518CB4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BFAF3F-C847-46B5-98AC-40A3AF6A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AE2C46-E503-4848-B3F6-A3E373C5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82FBC2-1D55-47E5-836F-FEEEA04E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F2BE2A-E45E-49FF-87BB-0F91C681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B5EBF1-CB24-4D90-9829-24E25E2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CC0DE6-9000-477F-9C0B-A659E391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20C3F6-6A26-43E9-BE2E-8ECD47EB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74E36D-DAAB-4B8D-B013-A67AD988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UIDL de cada correo queda almacenado para impedir respuestas duplicadas.</a:t>
            </a:r>
          </a:p>
        </p:txBody>
      </p:sp>
    </p:spTree>
    <p:extLst>
      <p:ext uri="{BB962C8B-B14F-4D97-AF65-F5344CB8AC3E}">
        <p14:creationId xmlns:p14="http://schemas.microsoft.com/office/powerpoint/2010/main" val="18262627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541904-FBA1-41CF-97AA-EC498136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28FEA8-B289-40E3-A798-8751A0C3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8086D6-110C-4682-99E2-66E704A2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206B8-6603-414B-9236-44C7DACE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438EA-1E84-4AA1-AEAF-0640A597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E3E3D-4883-414B-9CAF-E2466A1F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AF76A-9DB6-46E2-8A1D-CDD5E007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3CD9C-140C-4D70-8781-C41FB346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0653B-2F24-4E87-ACC7-A3B6B14B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19B79C-742D-4E64-9622-60318561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74DC9-05DE-42CD-A3FA-1526DE5E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6EA55-12EA-43AF-B7EA-8FB381A3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FAFCB-374B-4F63-B833-0EBB9C43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8C41D-F30A-48E3-A9DD-588899C5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E9B8C-A9EA-4186-9BE7-3ED01824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CFDAC-D28D-422A-804D-476C9A7B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910620-724D-4AE6-A025-46C5602A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B0DD4F-0B24-4772-B648-CEAD7AD7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4D796-38D8-4F08-B58B-69EC7D00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D2E6C6-B6C6-4722-A6EC-84209DF3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F14DC6-8BB1-4F56-90D1-A875FE11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A2E9D9-2C23-47E0-BB9C-92CAAA22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B3856-62DB-417F-82BD-0106EF65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58A94E-F665-42F5-8D9C-30A8271C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0BB833-8D32-4174-A0DC-69DE0E45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3F47E-1932-45F8-A376-F144D077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688B49-88D4-4A40-87C5-85516855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D6417D-9FAC-42A5-BF3A-943F0B9C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30EA44-9CF9-4ED9-9927-6C952588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576A46-1AA1-4C06-A6A3-CF1EEF33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966FE8-A3E3-4A98-953B-0B4E0889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7F69B1-FD64-42A9-A410-6A111D6C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8E8897-E490-49FE-9EAD-E6D4897D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DF5432-A61E-4E36-AD6F-72E891A2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D695D1-5218-400A-81BF-90A05C68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5E6EF9-E7F2-4E66-BB7C-81C7D06B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965FA0-933C-4577-9A38-DBFE37D9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1012619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5F01F-043C-4971-A670-DD7EDDD5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B6A1BE-AEF9-4029-8A79-C0D10766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349FF-48C3-414C-8462-7E214CFE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4BE3C-CBD3-4D83-830B-D1BCE5F5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B6AFA-FCAA-4E88-A0FF-9F551DE4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E6A92E-6C9E-4068-B88B-121A4CC6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01E39-39C6-4F0D-9614-1315FBE7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882D-30CA-4E31-B0EE-4E0E29AD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91042-28D5-4AC5-9EBA-698511F0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7E0C6-9B21-42A7-9A5D-AE44BA59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0D155-76BB-4FA1-BB28-7A5464D4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337F14-449A-46D1-BA08-C5C78EB5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943EE-C175-4D5C-8D89-90058942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79A875-CE50-4EB0-8843-A48D29AF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5FE1A1-B586-4105-94B2-09E2E5FC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88DB37-D329-4DD2-93CA-BAB69FF6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9D8175-4EFB-4C5C-9FD5-E5D88932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DECANO, VICEDECANO, EVALUADOR y POSTULANTE. Las operaciones privadas verifican el correo activo.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3A27AD-117C-411F-A0D1-3980610D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Las credenciales se cargan mediante variables de entorno y no forman parte del código.</a:t>
            </a:r>
          </a:p>
        </p:txBody>
      </p:sp>
    </p:spTree>
    <p:extLst>
      <p:ext uri="{BB962C8B-B14F-4D97-AF65-F5344CB8AC3E}">
        <p14:creationId xmlns:p14="http://schemas.microsoft.com/office/powerpoint/2010/main" val="8653815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EDC77F-97AB-47CC-81C6-DBB34119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F53CC-ADD4-4A2A-9600-2E8D1F6F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3D72E-8544-44DE-BA73-7DC9AFFF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76DC9-E407-46DF-9971-072482BF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9EC91-D228-435F-A1AB-2ABEE24E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7E534-153E-4589-9300-57DF8CAD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B34F4-73B6-4A41-B6D3-0DAB9E49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A6199-B294-43FB-93F5-B7A1185A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D96E4-EA5C-4287-90BE-DF999D5B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32692-BF35-42FC-BB06-163CF97D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F7A8B-AA07-4EF6-B26E-3C83CA24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68A1A-3D2B-43B7-99C6-A607B6C8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62B89-A322-4968-887B-5D9530FF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44DD58-D358-486D-BCE1-4DB569DB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7F3A1F-26D3-4557-96D1-1E18B343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ABC0E-11AB-42D2-B068-FF7B2F26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17B109-DE35-424E-8C9F-5E28310EB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C60D9-0CA0-4CFA-9792-8FA229D9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E7FAB3-25BB-482D-AAD8-D404A6C9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8DECF-3034-4153-95C1-8CD17039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D3F47E-2FE8-4159-8068-332009B6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7BC645-5DB9-4DD8-B324-248A2D7A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7C25ED-E680-4B5A-9359-61FB26F8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5B35EF-2B62-4888-BE38-42890AAF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9404C3-50FA-4D76-82C9-5B190D3A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7132CC-A740-47B6-B13A-40BFF7BE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6CAFEB-3204-4741-926E-B2852775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588226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28AFD6-514B-42E3-955D-1DC20844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4CE29-900A-41A3-8422-7D65C89C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integral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5D5DE-1EC5-43B3-A4A9-195C578D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F57C0-A8AA-42B6-B7DE-2C808165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A5CB0-9446-4629-AE4E-B9658117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B09D1-8DDF-428A-A623-0CBBB2F4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4841F-6013-46D9-89DC-AFF22898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63F55-B983-4C7B-94A1-CAC37530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EDE22-D017-48E3-AA15-F360A25B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8B3EE1-375E-4B1B-99F8-5269017F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033517-6B22-4216-814D-A37A337E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BFD1E-99A1-490E-BFCC-6E3C4BD9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FDDE8-F54C-4B00-A797-C33078F7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0E9DE-2D62-48F0-9AEA-E98A4056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040895-35FE-490A-91AA-DD04AB81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BF8BD1-9A0C-4F27-953D-D7F5AE8B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3C5D6-C8A7-4F57-8F68-CFD78DCC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DC80D0-1BE2-4817-9DE2-6284F7F3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20AD70-7B50-4A54-8522-52960B30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12E4EF-2ABD-4977-9704-ACFE5232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C6C53-8592-426D-8FC1-CE704BCD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E9127F-6C6A-4D82-A15B-0AE955F2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5C341E-C19F-4DE3-A417-3746AE89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D103C5-F02B-4E5C-A60E-F3DDC304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4F504F-A118-4BC1-B9B1-E17FF323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623F5D-5724-45C1-9511-0AE5EF9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1297881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9974C4-AA35-4CBB-A8DA-586BD768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0213C-FEBA-4569-BDBC-3388A759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Resultados y observaciones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CE6E9-D2DF-4F0B-8A5B-AFD7A60A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107F4-B8E5-4A39-B053-0417F9E9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E66B8-DBFA-413E-9FF3-42370994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295B62-781F-462E-A4A3-910CED17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8115B8-A678-4721-8CDB-EE0F8181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41BFF6-61C4-42A2-83C8-A3AF8211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Consulta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CC4BB-35BA-498F-89E9-B1385BBB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LISCON["*"] ejecutó el SELECT remoto y respondió “Sin resultados”.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16746-D53A-4CAC-846E-8A3E6E20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EDC50-2665-4915-B163-9EEC5685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BBA8B-35FA-40C1-8680-3B1FD895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Entrega externa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0AA0D-B7B8-4C92-A635-FB1F2BBB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 respuesta llegó al Gmail utilizado para la 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0A0D4-3015-4451-8845-D5040655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410DD-70F3-4E14-8E62-34168519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28A23-03B5-430E-8D80-1A7F80FE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BAF5E-9347-4FB2-BC64-E4E2240D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AEB42-9A91-4A99-B1CE-95B054AF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DA248-D529-4303-A363-115E2AF7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5773B2-DFF8-4777-BFC3-08E9EECF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9315C7-E774-4789-9252-C58197F3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9079542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5E1AD-B721-4D9E-A145-6AFEC68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C722F-1077-4886-AF99-A55C85B2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786D8-8F9A-4849-9F10-61371E9E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C030A-A175-4521-88D3-E59D0016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D9A08-3494-4259-B43B-1B00763B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0E620-5516-4DF4-9B33-772F2193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BF0B9-B6E6-4F3D-BDA8-10CE13DE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COMANDO[]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A568B-6ED5-497C-924E-8023828D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sin modificar datos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5A0CDE-071D-4A09-9F81-7721383A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18930-9C77-4A2A-BA3B-F300E3F0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C0E2B-423C-4F63-9417-43E73BD3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C496E-2759-49CE-9BAE-087F9AC1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C7662-C1D2-4FF5-980C-E28775A1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POP3 fuera de línea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794AA8-7766-423F-83CD-E1301F1B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proceso sigue activo y reconecta automáticamente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72930-6EF6-4350-A7BF-BD4B07D4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B1332-A641-4C88-9455-5A63FEE0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8A5E2-A9C1-409C-90D1-63E85B0F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B0A759-86C5-47B3-A796-9F4EF384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857875"/>
            <a:ext cx="942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7365D"/>
                </a:solidFill>
              </a:defRPr>
            </a:pPr>
            <a:r>
              <a:rPr sz="1425" b="1">
                <a:solidFill>
                  <a:srgbClr val="17365D"/>
                </a:solidFill>
              </a:rPr>
              <a:t>Pruebas automatizadas: 13 aprobadas. Los cortes simulados no detuvieron el servicio.</a:t>
            </a:r>
          </a:p>
        </p:txBody>
      </p:sp>
    </p:spTree>
    <p:extLst>
      <p:ext uri="{BB962C8B-B14F-4D97-AF65-F5344CB8AC3E}">
        <p14:creationId xmlns:p14="http://schemas.microsoft.com/office/powerpoint/2010/main" val="18272273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89F8A-673D-4E35-AF21-C8EE4290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B7A07-EDB2-43E4-AF49-8AEB5B4B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B661E-5551-4679-818B-E677F8F6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CCAFF-11CC-4E1A-9B90-218E256E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FB7D1-DEE4-4F39-AA25-5C69DE6F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C72917-457E-4820-B3A0-F5B25154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CC6CF-DCA2-4027-89B3-61A1E077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80A19-9E51-4392-812B-03EC71BE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4031E-607B-47EF-9978-E78A0F3D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D0754-1E78-4E56-85CA-C77B0CA9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AEF72-7792-4B18-8334-2A9FBDD5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formato del asunto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en Windows o Fedora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Enviar AYUDA y una consulta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cola, reintentos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D25D5-B977-410B-ABB0-C4B4E47F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C312D9-40F8-4C44-8B69-147DC3E5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C3A95-EB0F-4BF8-BA98-E2C46E5F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206A2-E514-4E46-9A44-1C1B2343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e idempotencia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Reintentos con límite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PUDS, presentación y código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57C647-C2D9-40D5-B65C-49C92ADB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5808390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2026-10-12T16:13:33.0710000Z</dcterms:created>
  <dcterms:modified xsi:type="dcterms:W3CDTF">2026-10-12T16:13:33.0710000Z</dcterms:modified>
</coreProperties>
</file>