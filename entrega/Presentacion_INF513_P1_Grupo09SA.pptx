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ad680b3812405a" /><Relationship Type="http://schemas.openxmlformats.org/officeDocument/2006/relationships/extended-properties" Target="/docProps/app.xml" Id="R8919a7f84b2c4623" /><Relationship Type="http://schemas.openxmlformats.org/officeDocument/2006/relationships/officeDocument" Target="/ppt/presentation.xml" Id="R80bbca2953dc4d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080a062dc643b6"/>
  </p:sldMasterIdLst>
  <p:notesMasterIdLst>
    <p:notesMasterId xmlns:r="http://schemas.openxmlformats.org/officeDocument/2006/relationships" r:id="Rbcf9415d1b884040"/>
  </p:notesMasterIdLst>
  <p:sldIdLst>
    <p:sldId xmlns:r="http://schemas.openxmlformats.org/officeDocument/2006/relationships" id="256" r:id="R8d36b752e6994c7a"/>
    <p:sldId xmlns:r="http://schemas.openxmlformats.org/officeDocument/2006/relationships" id="257" r:id="R89e0bd32c532418d"/>
    <p:sldId xmlns:r="http://schemas.openxmlformats.org/officeDocument/2006/relationships" id="258" r:id="R650735b7f6df4001"/>
    <p:sldId xmlns:r="http://schemas.openxmlformats.org/officeDocument/2006/relationships" id="259" r:id="R7a4899ad65c646a7"/>
    <p:sldId xmlns:r="http://schemas.openxmlformats.org/officeDocument/2006/relationships" id="260" r:id="R6921345436b14b13"/>
    <p:sldId xmlns:r="http://schemas.openxmlformats.org/officeDocument/2006/relationships" id="261" r:id="R5817e283715444fc"/>
    <p:sldId xmlns:r="http://schemas.openxmlformats.org/officeDocument/2006/relationships" id="262" r:id="R1ab615ef0dc4455d"/>
    <p:sldId xmlns:r="http://schemas.openxmlformats.org/officeDocument/2006/relationships" id="263" r:id="Ree6085a4d40f4791"/>
    <p:sldId xmlns:r="http://schemas.openxmlformats.org/officeDocument/2006/relationships" id="264" r:id="Ra53348566781433d"/>
    <p:sldId xmlns:r="http://schemas.openxmlformats.org/officeDocument/2006/relationships" id="265" r:id="R89603e93adfa4a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743aa780fc491c" /><Relationship Type="http://schemas.openxmlformats.org/officeDocument/2006/relationships/slideMaster" Target="/ppt/slideMasters/slideMaster1.xml" Id="Ra5080a062dc643b6" /><Relationship Type="http://schemas.openxmlformats.org/officeDocument/2006/relationships/notesMaster" Target="/ppt/notesMasters/notesMaster1.xml" Id="Rbcf9415d1b884040" /><Relationship Type="http://schemas.openxmlformats.org/officeDocument/2006/relationships/presProps" Target="/ppt/presProps.xml" Id="Rd30007d6427a4f55" /><Relationship Type="http://schemas.openxmlformats.org/officeDocument/2006/relationships/tableStyles" Target="/ppt/tableStyles.xml" Id="Rea209da63aee4d70" /><Relationship Type="http://schemas.openxmlformats.org/officeDocument/2006/relationships/slide" Target="/ppt/slides/slide1.xml" Id="R8d36b752e6994c7a" /><Relationship Type="http://schemas.openxmlformats.org/officeDocument/2006/relationships/slide" Target="/ppt/slides/slide2.xml" Id="R89e0bd32c532418d" /><Relationship Type="http://schemas.openxmlformats.org/officeDocument/2006/relationships/slide" Target="/ppt/slides/slide3.xml" Id="R650735b7f6df4001" /><Relationship Type="http://schemas.openxmlformats.org/officeDocument/2006/relationships/slide" Target="/ppt/slides/slide4.xml" Id="R7a4899ad65c646a7" /><Relationship Type="http://schemas.openxmlformats.org/officeDocument/2006/relationships/slide" Target="/ppt/slides/slide5.xml" Id="R6921345436b14b13" /><Relationship Type="http://schemas.openxmlformats.org/officeDocument/2006/relationships/slide" Target="/ppt/slides/slide6.xml" Id="R5817e283715444fc" /><Relationship Type="http://schemas.openxmlformats.org/officeDocument/2006/relationships/slide" Target="/ppt/slides/slide7.xml" Id="R1ab615ef0dc4455d" /><Relationship Type="http://schemas.openxmlformats.org/officeDocument/2006/relationships/slide" Target="/ppt/slides/slide8.xml" Id="Ree6085a4d40f4791" /><Relationship Type="http://schemas.openxmlformats.org/officeDocument/2006/relationships/slide" Target="/ppt/slides/slide9.xml" Id="Ra53348566781433d" /><Relationship Type="http://schemas.openxmlformats.org/officeDocument/2006/relationships/slide" Target="/ppt/slides/slide10.xml" Id="R89603e93adfa4a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e72b3bcbde4c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ecc39a4cba44f2" /><Relationship Type="http://schemas.openxmlformats.org/officeDocument/2006/relationships/notesMaster" Target="/ppt/notesMasters/notesMaster1.xml" Id="R78466efb7c1847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221de25f724a12" /><Relationship Type="http://schemas.openxmlformats.org/officeDocument/2006/relationships/notesMaster" Target="/ppt/notesMasters/notesMaster1.xml" Id="Raef98b0ecfe148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4fa583d0b748b0" /><Relationship Type="http://schemas.openxmlformats.org/officeDocument/2006/relationships/notesMaster" Target="/ppt/notesMasters/notesMaster1.xml" Id="R4aa1eed5b7e540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55fea7cdf04a21" /><Relationship Type="http://schemas.openxmlformats.org/officeDocument/2006/relationships/notesMaster" Target="/ppt/notesMasters/notesMaster1.xml" Id="Rab597077b2a441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de30abc57b4d5e" /><Relationship Type="http://schemas.openxmlformats.org/officeDocument/2006/relationships/notesMaster" Target="/ppt/notesMasters/notesMaster1.xml" Id="Rdc8fb1b5c3264c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743a2b8e07a476c" /><Relationship Type="http://schemas.openxmlformats.org/officeDocument/2006/relationships/notesMaster" Target="/ppt/notesMasters/notesMaster1.xml" Id="Rb79f82873fa349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aa081866c34dbb" /><Relationship Type="http://schemas.openxmlformats.org/officeDocument/2006/relationships/notesMaster" Target="/ppt/notesMasters/notesMaster1.xml" Id="R238e08283ed645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86690ce8a747f1" /><Relationship Type="http://schemas.openxmlformats.org/officeDocument/2006/relationships/notesMaster" Target="/ppt/notesMasters/notesMaster1.xml" Id="R3c9d5842bd7542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cc171cca49b48a1" /><Relationship Type="http://schemas.openxmlformats.org/officeDocument/2006/relationships/notesMaster" Target="/ppt/notesMasters/notesMaster1.xml" Id="Rfc4e380978764d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633c8aa8bb441cf" /><Relationship Type="http://schemas.openxmlformats.org/officeDocument/2006/relationships/notesMaster" Target="/ppt/notesMasters/notesMaster1.xml" Id="R7f6fae42634f46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9625eb13f044d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580b3ef66d451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751d2354aa41c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646c0cb69c442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08c14836164e4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6544d35901404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4820BDF-846D-4F40-90A8-4223F0077F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877A4A7-E046-4603-A0D6-1ABF4ACCB05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7617022-C720-43D5-87DC-BB5608F306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F4A41CB-6BDF-4521-B262-45EF4003DB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4F0D242-81D8-4693-95FD-E7CFBE5B95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94D57E3-E6C6-4AFA-82AC-D43065C800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3D50B89-523C-456C-8897-6703584B17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047C631-D09B-4A56-B2C3-B3CC47A7B3A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216B4EB-A511-4EB1-9DD0-F992EFF08C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72805F1-15FF-4148-A466-2C537359D8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7cd5993d6a447a" /><Relationship Type="http://schemas.openxmlformats.org/officeDocument/2006/relationships/slideLayout" Target="/ppt/slideLayouts/slideLayout1.xml" Id="R5ca931aac7b54f03" /><Relationship Type="http://schemas.openxmlformats.org/officeDocument/2006/relationships/slideLayout" Target="/ppt/slideLayouts/slideLayout2.xml" Id="R844910c62cb548a9" /><Relationship Type="http://schemas.openxmlformats.org/officeDocument/2006/relationships/slideLayout" Target="/ppt/slideLayouts/slideLayout3.xml" Id="R741e64ce8aa94be5" /><Relationship Type="http://schemas.openxmlformats.org/officeDocument/2006/relationships/slideLayout" Target="/ppt/slideLayouts/slideLayout4.xml" Id="R1aa6cd1ae95b4164" /><Relationship Type="http://schemas.openxmlformats.org/officeDocument/2006/relationships/slideLayout" Target="/ppt/slideLayouts/slideLayout5.xml" Id="R7fcf658fd4f44416" /><Relationship Type="http://schemas.openxmlformats.org/officeDocument/2006/relationships/slideLayout" Target="/ppt/slideLayouts/slideLayout6.xml" Id="R085859db01e746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a931aac7b54f03"/>
    <p:sldLayoutId xmlns:r="http://schemas.openxmlformats.org/officeDocument/2006/relationships" id="2147483650" r:id="R844910c62cb548a9"/>
    <p:sldLayoutId xmlns:r="http://schemas.openxmlformats.org/officeDocument/2006/relationships" id="2147483651" r:id="R741e64ce8aa94be5"/>
    <p:sldLayoutId xmlns:r="http://schemas.openxmlformats.org/officeDocument/2006/relationships" id="2147483652" r:id="R1aa6cd1ae95b4164"/>
    <p:sldLayoutId xmlns:r="http://schemas.openxmlformats.org/officeDocument/2006/relationships" id="2147483653" r:id="R7fcf658fd4f44416"/>
    <p:sldLayoutId xmlns:r="http://schemas.openxmlformats.org/officeDocument/2006/relationships" id="2147483654" r:id="R085859db01e746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7db2ce1da444fb" /><Relationship Type="http://schemas.openxmlformats.org/officeDocument/2006/relationships/notesSlide" Target="/ppt/notesSlides/notesSlide1.xml" Id="R4b2121de1bdd44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0f5c9cb17847c3" /><Relationship Type="http://schemas.openxmlformats.org/officeDocument/2006/relationships/notesSlide" Target="/ppt/notesSlides/notesSlide2.xml" Id="R562154312d3146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470e19441141b7" /><Relationship Type="http://schemas.openxmlformats.org/officeDocument/2006/relationships/notesSlide" Target="/ppt/notesSlides/notesSlide3.xml" Id="Re7d604b559bb48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c6abe4dc234449" /><Relationship Type="http://schemas.openxmlformats.org/officeDocument/2006/relationships/notesSlide" Target="/ppt/notesSlides/notesSlide4.xml" Id="R414f692aa40040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8dae682f174b33" /><Relationship Type="http://schemas.openxmlformats.org/officeDocument/2006/relationships/notesSlide" Target="/ppt/notesSlides/notesSlide5.xml" Id="Rcf8539a3e0ac4a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b696f9d14244e4" /><Relationship Type="http://schemas.openxmlformats.org/officeDocument/2006/relationships/notesSlide" Target="/ppt/notesSlides/notesSlide6.xml" Id="Rf5d21e46fc3446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13520f2b9b440f" /><Relationship Type="http://schemas.openxmlformats.org/officeDocument/2006/relationships/notesSlide" Target="/ppt/notesSlides/notesSlide7.xml" Id="R1d4e7e82cffb411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67bb76c7934e76" /><Relationship Type="http://schemas.openxmlformats.org/officeDocument/2006/relationships/notesSlide" Target="/ppt/notesSlides/notesSlide8.xml" Id="R46d5978dece04d0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1cb2ce76c54fff" /><Relationship Type="http://schemas.openxmlformats.org/officeDocument/2006/relationships/notesSlide" Target="/ppt/notesSlides/notesSlide9.xml" Id="R77551ae3a0e641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10d00296484295" /><Relationship Type="http://schemas.openxmlformats.org/officeDocument/2006/relationships/notesSlide" Target="/ppt/notesSlides/notesSlide10.xml" Id="Rc16f8cc899214c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A3A719-5390-444D-85D4-B50120F84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2F75B5"/>
                </a:solidFill>
              </a:defRPr>
            </a:pPr>
            <a:r>
              <a:rPr sz="1125" b="1">
                <a:solidFill>
                  <a:srgbClr val="2F75B5"/>
                </a:solidFill>
              </a:rPr>
              <a:t>TECNOLOGÍA WEB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4A22FE-6C3C-4D99-912A-F32D3195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752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4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6202A"/>
                </a:solidFill>
              </a:defRPr>
            </a:pPr>
            <a:r>
              <a:rPr sz="3450" b="1">
                <a:solidFill>
                  <a:srgbClr val="16202A"/>
                </a:solidFill>
              </a:rPr>
              <a:t>Sistema vía correo electrónico para convocatorias de auxiliaturas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BECBB5-90EE-4650-B577-39DDE60C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Proyecto 1  |  Grupo 09 SA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6334D-A6C1-4CBF-BD5F-6123D1F5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781050"/>
            <a:ext cx="2857500" cy="4857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CA441-7D2F-4942-B7C9-6BE698D5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906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Integrantes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A9D62-1EB6-4FAD-91A5-D3010023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09750"/>
            <a:ext cx="214312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223045888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Acosta Osorio Lin Fernanda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223043982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Ramos Vargas Brayan Joel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213114976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Rodriguez Aguilera Walter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EDB9D-4DCD-4F4F-B8B1-7D45BA53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Ingeniería Informática</a:t>
            </a:r>
          </a:p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5134961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BB5492-7C7D-4BF2-BBBA-37B04FDD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FF12EF-E601-4094-9109-4759FDC8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Solicitud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C408B5-CE99-4780-B7FE-F4ED375E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55233A-3E0F-44E5-B23F-E1636E97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6106CF-5055-42DA-9669-17D383FD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2665F3-89B0-41C0-87CB-0940A9DC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8266B0-6FDD-46D5-981A-D8E9739A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E6CAC8-D9EB-4BE2-A8EF-78D59C6D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Entrada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8DCDA9-C888-4994-A8EE-367E7050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cliente escribe la orden completa en el asunto del correo.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F37093-AC1C-49DF-BC30-C24E17EE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3176C-27A9-4BD0-A840-085F02C7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19F1F7-19A0-407E-9E2D-8C5807234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Procesamiento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B8AC88-E608-417F-8C68-2FB8C9CD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Java valida el comando, los parámetros y el rol antes de ejecutar SQL.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9720F1-6C14-44A1-85FB-AAD00A33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BC6EC6-0E11-49EB-B762-4E51D5CA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DFD51-A916-4066-97C3-93B25E11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Respuesta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286FBE-993D-447F-9CC3-DD298DEC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sistema devuelve ÉXITO o ERROR al mismo remitente.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6CE6C2-2BE5-43B3-8A2A-D8336BA0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52606D"/>
                </a:solidFill>
              </a:defRPr>
            </a:pPr>
            <a:r>
              <a:rPr sz="1350" b="1">
                <a:solidFill>
                  <a:srgbClr val="52606D"/>
                </a:solidFill>
              </a:rPr>
              <a:t>Ejemplo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B0A8BF-47B9-4CC5-8B56-7E6D9D3B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085850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B3FEC2-B17B-4300-ACCC-9D560DBC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7680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LISCON["*"]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E033A1-1E44-4D57-986A-B2470915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76800"/>
            <a:ext cx="733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consulta las convocatorias y devuelve el resultado por correo</a:t>
            </a:r>
          </a:p>
        </p:txBody>
      </p:sp>
    </p:spTree>
    <p:extLst>
      <p:ext uri="{BB962C8B-B14F-4D97-AF65-F5344CB8AC3E}">
        <p14:creationId xmlns:p14="http://schemas.microsoft.com/office/powerpoint/2010/main" val="11182689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EB110D-5ED3-4FCC-B3EE-A5C0486E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7C727-7008-4E3D-8499-0AFB5545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Flujo de ejecución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C908F-BAD4-4E6A-8F7E-220F5EE7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1499C4-946B-4D1C-8E24-D2A43131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EE2C9-8FB2-472D-AEFE-30B0AE44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CEFDE3-CB75-49B4-A04C-235D8F59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A26C74-F04E-4B7E-B2EA-F2F325D1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DC0F03-54B7-4058-88E8-E3DEB6F7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3A9F87-272B-49D7-92C7-6D18200D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Gmail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E516E5-90AC-4D5C-90EA-B103D61DA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Asunto con la orden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EF850-E0E8-4E30-B08F-DD675B9D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B5069B-4CB8-4DA4-B18B-26556C59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11C108-CC97-46D8-9811-C2ED8ED3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AE27CE-408F-44B3-824B-71D45E4D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40B7C8-5FE4-4D6C-A657-FA6402DA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Roundcube HTTPS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BD1E16-528A-455E-89C2-14AB7E8F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Lectura cifrada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A57E5E-3E70-4543-A320-D973693B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95463D-F0F4-4B49-A967-D6665C0D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2F75B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79FADA-5CC5-476F-8945-6BE51866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C8C122-1160-44F7-9CB1-731814A02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FF646E-CAEF-43B3-AD54-1D52E33E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Java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8AA185-0972-4871-8402-0353C66A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Sintaxis, permisos y reglas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6EE76D-DA3F-42AA-BC6B-C5234580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63AC2B-3586-41E7-AF88-AFD7860AE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8CED88-A1F5-4F71-AD95-54A0FBDB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D9A347-E616-4471-B496-28E4944B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B48DB6-9CEB-4A4A-80E2-AF3951D6A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PostgreSQL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AA5976-2F0C-4F6C-BCEA-B96CBDE0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Consulta o transacción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195EA8-D3D1-45CF-8B7B-94E75A52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098FC5-10B0-47EF-8FD7-B1EE1DB7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5E1BF6-7CED-4BBC-9C6F-94B92EC5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98171D-B871-4D94-82D5-9A9D6A72A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C7C19C-F1BA-4D8B-81C9-AB672466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Roundcube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F1186E-AA62-477D-B555-98F69E06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Respuesta institucional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0A8EC1-7F16-4D9C-AE41-85DD486A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62500"/>
            <a:ext cx="895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B7F5A"/>
                </a:solidFill>
              </a:defRPr>
            </a:pPr>
            <a:r>
              <a:rPr sz="1500" b="1">
                <a:solidFill>
                  <a:srgbClr val="1B7F5A"/>
                </a:solidFill>
              </a:rPr>
              <a:t>El UIDL de cada correo queda almacenado para impedir respuestas duplicadas.</a:t>
            </a:r>
          </a:p>
        </p:txBody>
      </p:sp>
    </p:spTree>
    <p:extLst>
      <p:ext uri="{BB962C8B-B14F-4D97-AF65-F5344CB8AC3E}">
        <p14:creationId xmlns:p14="http://schemas.microsoft.com/office/powerpoint/2010/main" val="7915116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94442B-FF42-465C-B0C5-C73A6F06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B22BF4-E78C-4736-8B5E-4A4795FD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Cobertura de los ocho casos de uso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2070CD-3689-4F48-914E-5F615FF6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C3F611-CB4A-4EB4-BF45-B1AEAD8F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B9431E-0AD1-4382-8AEE-E61D44E4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12D7A5-0F64-4372-8BDF-A277164B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051F7B-A89B-4922-8D74-5C9A3E2E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A6D3EB-D3F5-4EE1-9D93-C36E69C5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Usuarios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C0E1F2-1DDE-4B08-AAA4-0912521E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INSUSU  LISUSU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AF4605-1E89-471C-936C-E4509230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BEB97B-4DC5-47AC-9564-3EBA9275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750B0-E32D-4320-BF7D-B545B659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Convocatorias y cargos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FA55BD-67DA-4E0F-8DAC-1DBF23EF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INSCON  LISCON  INSCAR  LISCAR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E85D3A-F024-4178-A55E-9B9301C4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94AD7-24D8-4D53-B1A5-434452AA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F10727-ED98-4965-A7E5-133BBE57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Postulación y expediente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EFA18A-F8DF-4126-84C3-BA11B795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INSPOST  LISPOST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400944-4946-40CE-B2E6-C0F2AA11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183E8F-0D11-4CB4-9FDE-BE02BF59C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963739-0422-4B66-B247-BA8DBD84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Requisitos y habilitación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E88807-6852-410F-8274-D9049B1B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EVAREQ  HABPOS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DF37A0-E997-47BD-AF5B-D8C3973B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3CDECD-DFEA-4F66-9399-CF950798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12EC40-EABD-42A8-99BB-8B497F40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Méritos, examen y evaluadores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27D37D-4173-442C-AFE4-7DB5AB5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REGMER  REGEXA  ASIEVA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E61EE3-FBDA-48D0-AEC4-ED57F088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09565E-AA43-4172-8E55-EACA02F7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E234A7-27A3-44CA-9B26-7047F2EF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Ranking y plazas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A1218F-E5BC-4B55-A0E6-2C119F72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GENRAN  ASIPLA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83FE25-8B90-46F7-AE36-A57CB834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2D2ACF-9E3E-47EC-9FA2-754B4207C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D2F292-5604-4676-BD79-7BE1C090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Auditoría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1DB4E4-A939-46DD-9AE3-CCE5C38B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AUDCAL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AB0412-4EDC-4272-8EAE-745143DB4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488B4B-CD56-48C2-9622-31E32CA0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61AE90-7421-46C5-BE58-5E1E2CE2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Reportes y estadísticas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DB2F312-9D15-4ACC-9160-FFE098CC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REPEST</a:t>
            </a:r>
          </a:p>
        </p:txBody>
      </p:sp>
    </p:spTree>
    <p:extLst>
      <p:ext uri="{BB962C8B-B14F-4D97-AF65-F5344CB8AC3E}">
        <p14:creationId xmlns:p14="http://schemas.microsoft.com/office/powerpoint/2010/main" val="21001730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A30224-62AE-433D-AF16-DAC1E3EF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E11450-AC91-4809-B29F-D82C8C24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Validación y control de acceso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3289D-659B-4139-AB1A-C42D4441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CBED6E-93FC-43DF-861C-3D97F2E5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0F093A-388B-46E0-AAAB-D8B6B428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07F61-1442-46BF-B3C8-8CEB7463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321B4-0433-4388-BECC-9CE98E1E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338E85-4616-41E8-86E1-F2EC3382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Sintaxis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76859C-4D8A-495C-ACC7-CCE0239C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COMANDO["parámetro"]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Rechaza comas finales, asuntos incompletos y valores sin comillas.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B0CBA4-187C-412B-A3EF-7D7D1BD0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96ADD1-DFD8-4750-BE36-61A9B9EF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5B24DF-A4FC-4D72-91DA-BEA9DA55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Datos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EEF78F-C5C7-4E61-B442-B230916E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Fechas ISO, enteros positivos, puntajes de 0 a 100, correo válido y estados permitidos.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F381E3-E872-4A7D-80B3-F68B5FD5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3F1179-CDF1-403A-B44F-FC73C060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0472D1-ED61-4B04-91DC-4EFC6A5D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Permisos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FF4803-6411-4F47-A7E8-5A74DDF5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DECANO, VICEDECANO, EVALUADOR y POSTULANTE. Las operaciones privadas verifican el correo activo.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3B6DAF-4A61-4C24-873D-A4806EDA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33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7365D"/>
                </a:solidFill>
              </a:defRPr>
            </a:pPr>
            <a:r>
              <a:rPr sz="1575" b="1">
                <a:solidFill>
                  <a:srgbClr val="17365D"/>
                </a:solidFill>
              </a:rPr>
              <a:t>Las credenciales se cargan mediante variables de entorno y no forman parte del código.</a:t>
            </a:r>
          </a:p>
        </p:txBody>
      </p:sp>
    </p:spTree>
    <p:extLst>
      <p:ext uri="{BB962C8B-B14F-4D97-AF65-F5344CB8AC3E}">
        <p14:creationId xmlns:p14="http://schemas.microsoft.com/office/powerpoint/2010/main" val="927069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A5D573-E700-4670-8798-F8FD0DAF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37E06B-C5FB-44C3-A96F-568AEEBE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Modelo de datos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D00ED6-E3E9-4E4D-96AE-2882098E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C0A502-2AB9-41D4-8B46-C789A20C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1A3DB8-0004-43B8-9800-8ECBEAF1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AA39BD-4937-4204-986B-1520A2F46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68CDA9-5433-4115-A9CA-A0FFC5A1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05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p1_usuario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354CD-85FD-42C9-A1FD-3960A4B4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5750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74053D-5533-4991-8656-B937CCDA2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95275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p1_convocatoria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8EED8F-329D-4C3D-8607-ED680DB9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052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25CFA7-A776-4573-A341-0907FB22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0005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p1_cargo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CAFB31-FB47-49AE-B478-CD8CB03C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714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C3B459-BB59-49F4-9AE7-BF384248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09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p1_postulacion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84E74E-178E-4C5B-AD7F-C02E9A3A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571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FD19C2-42F7-472C-893E-7A7B38B8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666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p1_expediente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27D4B5-B446-49B7-99DE-7F2F56253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288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A8F3C2-D85A-4B34-97E1-00B865F6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5241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p1_requisito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D8558E-129E-45E1-8814-CF4CC258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861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DDFA05-DEB2-4F70-908A-6B8ED7FB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3813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p1_merito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F1CD7D-6D23-4A95-9660-D9C4091F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1433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B49629-8396-4AB0-B41A-64DE8540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386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p1_examen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92F852-E855-4DF3-BF65-FB99BA9E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AD1F34-D6C4-49B2-8589-F0CA3B4A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953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p1_auditoria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43181B-6B00-4079-B74D-8D2C0F37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573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usuarios, convocatorias y cargos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3A8B64-FABA-4A25-8ABC-A742F977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4766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7365D"/>
                </a:solidFill>
              </a:defRPr>
            </a:pPr>
            <a:r>
              <a:rPr sz="975" b="1">
                <a:solidFill>
                  <a:srgbClr val="17365D"/>
                </a:solidFill>
              </a:rPr>
              <a:t>postulación central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8E9755-3E04-4642-BA8A-F33871C1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57375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expediente, requisitos y notas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E43D43-2823-4FF0-A066-C02EE81CC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810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B7F5A"/>
                </a:solidFill>
              </a:defRPr>
            </a:pPr>
            <a:r>
              <a:rPr sz="1425" b="1">
                <a:solidFill>
                  <a:srgbClr val="1B7F5A"/>
                </a:solidFill>
              </a:rPr>
              <a:t>Puntaje final = 40 % méritos + 60 % promedio de examen</a:t>
            </a:r>
          </a:p>
        </p:txBody>
      </p:sp>
    </p:spTree>
    <p:extLst>
      <p:ext uri="{BB962C8B-B14F-4D97-AF65-F5344CB8AC3E}">
        <p14:creationId xmlns:p14="http://schemas.microsoft.com/office/powerpoint/2010/main" val="8215640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2DAA6B-5B25-4926-AE02-E4B5CADA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7BEBD5-708B-44C3-879C-22B7E4C4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Prueba integral realizada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E947FF-1D2B-4553-A04C-34EC45F0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41578-3722-4E84-A0E7-BE17E45C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D224E6-9CAA-46B6-9406-BDAC64C3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479973-E168-42E4-9B47-9CA7A66A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6687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E6567-EC5E-4F4E-A1FC-FA240656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8097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479564-1C4E-42B7-9BEE-7F9A2670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907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859E06-9F57-4B7A-90AE-D1191E751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7811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envió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01CE8A-A1D6-4C3D-A7FD-210EF2AD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8117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AYUDA[] y LISCON["*"]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A32358-59F3-456C-B170-98C7CEB9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6700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D21143-053E-43FC-B872-A4B930A1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8098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4754E9-824F-442F-A6FE-2DACD568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9082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92B000-4252-4718-9698-CA1881F1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Java procesó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64C2A8-EE93-4EC3-9BD5-DAA5AE4A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8130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Identificó UID nuevos y consultó PostgreSQL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0CE891-6035-4A01-A27C-DA75FD559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6712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0CB912-06E2-4E8C-ADB1-1A55E295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810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4C8C58-9FAF-4A7B-A0D8-29D40433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909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0202CB-B77E-40EB-AC2F-06128CCF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7814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Tecnoweb respondió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FDE6FE-A084-4792-8EC0-30BE25C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8142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ÉXITO - Orden procesada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2A17A2-9BBD-4D7A-8C83-91594309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79852F-73D2-406C-9EB9-5D732D95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8101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B7EE71-7810-482C-8302-E6E40A49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910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3DDD04-58F0-4BE4-8465-D4D81016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7815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recibió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395A94-21EB-4718-AC93-8F4F9F27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7815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Catálogo de órdenes y Sin resultados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114C34-2504-45C9-AD6A-3C91D8F3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8102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B7F5A"/>
                </a:solidFill>
              </a:defRPr>
            </a:pPr>
            <a:r>
              <a:rPr sz="1350" b="1">
                <a:solidFill>
                  <a:srgbClr val="1B7F5A"/>
                </a:solidFill>
              </a:rPr>
              <a:t>Resultado comprobado el 12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4620094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27A2DF-CEB8-40F8-919C-B0A19726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06311-7B87-4667-8F1D-68427604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Resultados y observaciones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A05F9-CD8F-4657-898B-F29726DB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778AF7-7769-4F6A-B035-56F2EDF6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7DAFEC-98E0-40B9-A1AC-23F473727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C029C6-F095-4501-A436-BABA1D36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CD6E1-DFC8-4991-A2A7-2930B068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B669BB-CFBB-4AD9-9D80-F91C3D19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Consulta 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D3C77F-B31C-4B2F-8AAF-2299239A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LISCON["*"] ejecutó el SELECT remoto y respondió “Sin resultados”.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D1163-6644-4EF5-AFE1-D7854B86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A56457-C64E-42D0-BA52-D811A1F8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F68599-12FA-40DF-923A-5570C8D4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Entrega externa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B603BC-79F0-4803-82C6-7E6D3E49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La respuesta llegó al Gmail utilizado para la prueba.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21E3B7-CA09-4C9C-82FB-FBFA3D18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0AE1AA-DF38-4152-9699-ABD25AC7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710E7D-64AB-41B3-B8D9-69016708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Primera recepción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C04FFC-C16E-4A6B-9E41-3C424ABD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Gmail clasificó el remitente nuevo como Spam. La entrega no falló.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A6BCB9-88F4-4BB7-A514-6B85B67C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84875D-FE89-4A57-8E2C-FCB9D2C8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27FADE-8671-44C0-BF09-B25B11D5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Identidad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2DDEBC-13B2-4931-A6F7-E511577D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 09 SA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grupo09sa@tecnoweb.org.bo</a:t>
            </a:r>
          </a:p>
        </p:txBody>
      </p:sp>
    </p:spTree>
    <p:extLst>
      <p:ext uri="{BB962C8B-B14F-4D97-AF65-F5344CB8AC3E}">
        <p14:creationId xmlns:p14="http://schemas.microsoft.com/office/powerpoint/2010/main" val="19625540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8A17BE-56E1-4234-B2FD-60C500EF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AEC6BA-4166-4B85-8E0B-15A60074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Errores y caídas controladas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47A7A7-79F4-4C43-8583-EE561F41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FFF32-A129-4E7C-B554-BFD83D85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DC5016-2111-45C9-A8DD-9B7BD5E3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D26037-43D6-41A7-A43F-90853337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774B3-6D6A-41DD-8AB4-253EAA0C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Letra, NaN o dato fuera de rango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1BAA10-43A3-46FA-AA10-94E9D948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Rechaza la orden antes de ejecutar 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3EE301-93B5-43D9-9648-9D44DA77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1462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54491-3FB4-4525-AE87-A22A014F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098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PostgreSQL fuera de línea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E8E13D-8FAD-47FE-9349-AE280F6F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0987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Conserva el correo y reintenta con espera creciente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FCC0FC-DF0C-4AD2-970F-9B137346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310574-2AE1-4FB8-9CFD-AB9DD276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Dos instancias activas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F8625-B38B-455E-9668-32612773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000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PostgreSQL concede el procesamiento a una sola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54DAD9-6F45-4647-BA8A-8FD24B9E2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1487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1E8D4-00B9-4BC3-BD9D-B9154E5C9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0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Correo repetido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8B5C2E-2DBC-4852-8522-02CF6995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1012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El identificador evita ejecutar dos veces la operación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07329C-E26F-4C72-BEB5-AA203257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857875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7365D"/>
                </a:solidFill>
              </a:defRPr>
            </a:pPr>
            <a:r>
              <a:rPr sz="1350" b="1">
                <a:solidFill>
                  <a:srgbClr val="17365D"/>
                </a:solidFill>
              </a:rPr>
              <a:t>22 pruebas, 10.000.000 de asuntos y 320.000 análisis concurrentes. Sin caídas.</a:t>
            </a:r>
          </a:p>
        </p:txBody>
      </p:sp>
    </p:spTree>
    <p:extLst>
      <p:ext uri="{BB962C8B-B14F-4D97-AF65-F5344CB8AC3E}">
        <p14:creationId xmlns:p14="http://schemas.microsoft.com/office/powerpoint/2010/main" val="7178576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EF1AA9-0BB7-4750-9BE4-739FEFBE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1DD063-42AD-48BF-AC19-19C6AB04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Conclusión y defensa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C3689-3616-4B78-BA4F-0EDC02AD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1422AD-2126-4C45-8B3E-71A8F17B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3A0BF-C812-4355-8FF6-66CE054B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427EF-AF1D-48DD-8790-3077FD1B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62125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El sistema cumple el ciclo y se recupera de cortes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395808-2DF6-4A2A-8584-1A0C0C76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3812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correo entrante  ›  validación  ›  PostgreSQL  ›  respuesta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000889-E8FE-428E-8309-4FE35540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38DB89-F011-4164-86DE-481C56D0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0107A3-F17B-437D-9822-30B2E251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Defensa de 15 a 20 minutos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C93905-AA54-451B-AE60-C8EEBFCC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1. Explicar el formato del asunto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2. Iniciar en Windows o Fedora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3. Enviar AYUDA y una consulta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4. Mostrar cola, reintentos y auditoría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7C9C02-6492-41E6-A3DA-7B1EB32B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AB796D-DD79-4F3C-9DA0-3B00159C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F9FAF9-3C0B-4885-87EE-7BBEE6B5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Resistencia y entrega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DFD418-3318-4CA3-9893-917F68A3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Cola durable e idempotencia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Reintentos con límite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Scripts Windows y Linux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PUDS, presentación y código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ZIP y TAR.GZ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62BA11-9B5D-496F-98BC-07F98CAD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9055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Grupo 09 SA</a:t>
            </a:r>
          </a:p>
        </p:txBody>
      </p:sp>
    </p:spTree>
    <p:extLst>
      <p:ext uri="{BB962C8B-B14F-4D97-AF65-F5344CB8AC3E}">
        <p14:creationId xmlns:p14="http://schemas.microsoft.com/office/powerpoint/2010/main" val="3405374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2026-10-12T18:28:03.2370000Z</dcterms:created>
  <dcterms:modified xsi:type="dcterms:W3CDTF">2026-10-12T18:28:03.2380000Z</dcterms:modified>
</coreProperties>
</file>