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13b2277760494f" /><Relationship Type="http://schemas.openxmlformats.org/officeDocument/2006/relationships/extended-properties" Target="/docProps/app.xml" Id="R7df0f04065aa400d" /><Relationship Type="http://schemas.openxmlformats.org/officeDocument/2006/relationships/officeDocument" Target="/ppt/presentation.xml" Id="R87f0194d03ae4db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3afeff50024fd0"/>
  </p:sldMasterIdLst>
  <p:notesMasterIdLst>
    <p:notesMasterId xmlns:r="http://schemas.openxmlformats.org/officeDocument/2006/relationships" r:id="Rbd3c606ae14643c7"/>
  </p:notesMasterIdLst>
  <p:sldIdLst>
    <p:sldId xmlns:r="http://schemas.openxmlformats.org/officeDocument/2006/relationships" id="256" r:id="R420c54f92e54425a"/>
    <p:sldId xmlns:r="http://schemas.openxmlformats.org/officeDocument/2006/relationships" id="257" r:id="R9caada273cfc4b9f"/>
    <p:sldId xmlns:r="http://schemas.openxmlformats.org/officeDocument/2006/relationships" id="258" r:id="R4d01ad2977b74c44"/>
    <p:sldId xmlns:r="http://schemas.openxmlformats.org/officeDocument/2006/relationships" id="259" r:id="R3ad3a4a63d5047b2"/>
    <p:sldId xmlns:r="http://schemas.openxmlformats.org/officeDocument/2006/relationships" id="260" r:id="Ra0d68437449b439f"/>
    <p:sldId xmlns:r="http://schemas.openxmlformats.org/officeDocument/2006/relationships" id="261" r:id="R6b7dc8aae6ce4ba5"/>
    <p:sldId xmlns:r="http://schemas.openxmlformats.org/officeDocument/2006/relationships" id="262" r:id="R8cb5ae4ec2924e97"/>
    <p:sldId xmlns:r="http://schemas.openxmlformats.org/officeDocument/2006/relationships" id="263" r:id="Rf514cec670164025"/>
    <p:sldId xmlns:r="http://schemas.openxmlformats.org/officeDocument/2006/relationships" id="264" r:id="R84a6e119479f42f4"/>
    <p:sldId xmlns:r="http://schemas.openxmlformats.org/officeDocument/2006/relationships" id="265" r:id="R8fe62bcc405b40e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e49b97eefd444b" /><Relationship Type="http://schemas.openxmlformats.org/officeDocument/2006/relationships/slideMaster" Target="/ppt/slideMasters/slideMaster1.xml" Id="R183afeff50024fd0" /><Relationship Type="http://schemas.openxmlformats.org/officeDocument/2006/relationships/notesMaster" Target="/ppt/notesMasters/notesMaster1.xml" Id="Rbd3c606ae14643c7" /><Relationship Type="http://schemas.openxmlformats.org/officeDocument/2006/relationships/presProps" Target="/ppt/presProps.xml" Id="Rda51d1e52faf48dc" /><Relationship Type="http://schemas.openxmlformats.org/officeDocument/2006/relationships/tableStyles" Target="/ppt/tableStyles.xml" Id="Raa60a7900f4740cb" /><Relationship Type="http://schemas.openxmlformats.org/officeDocument/2006/relationships/slide" Target="/ppt/slides/slide1.xml" Id="R420c54f92e54425a" /><Relationship Type="http://schemas.openxmlformats.org/officeDocument/2006/relationships/slide" Target="/ppt/slides/slide2.xml" Id="R9caada273cfc4b9f" /><Relationship Type="http://schemas.openxmlformats.org/officeDocument/2006/relationships/slide" Target="/ppt/slides/slide3.xml" Id="R4d01ad2977b74c44" /><Relationship Type="http://schemas.openxmlformats.org/officeDocument/2006/relationships/slide" Target="/ppt/slides/slide4.xml" Id="R3ad3a4a63d5047b2" /><Relationship Type="http://schemas.openxmlformats.org/officeDocument/2006/relationships/slide" Target="/ppt/slides/slide5.xml" Id="Ra0d68437449b439f" /><Relationship Type="http://schemas.openxmlformats.org/officeDocument/2006/relationships/slide" Target="/ppt/slides/slide6.xml" Id="R6b7dc8aae6ce4ba5" /><Relationship Type="http://schemas.openxmlformats.org/officeDocument/2006/relationships/slide" Target="/ppt/slides/slide7.xml" Id="R8cb5ae4ec2924e97" /><Relationship Type="http://schemas.openxmlformats.org/officeDocument/2006/relationships/slide" Target="/ppt/slides/slide8.xml" Id="Rf514cec670164025" /><Relationship Type="http://schemas.openxmlformats.org/officeDocument/2006/relationships/slide" Target="/ppt/slides/slide9.xml" Id="R84a6e119479f42f4" /><Relationship Type="http://schemas.openxmlformats.org/officeDocument/2006/relationships/slide" Target="/ppt/slides/slide10.xml" Id="R8fe62bcc405b40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806257ad98481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1fd4400db14f15" /><Relationship Type="http://schemas.openxmlformats.org/officeDocument/2006/relationships/notesMaster" Target="/ppt/notesMasters/notesMaster1.xml" Id="R37e0b4410465480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dcd99ab461549a4" /><Relationship Type="http://schemas.openxmlformats.org/officeDocument/2006/relationships/notesMaster" Target="/ppt/notesMasters/notesMaster1.xml" Id="Rc119f2b0534e47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e9d91c4666d43e2" /><Relationship Type="http://schemas.openxmlformats.org/officeDocument/2006/relationships/notesMaster" Target="/ppt/notesMasters/notesMaster1.xml" Id="R253908d14aea4f3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a10466a4164437" /><Relationship Type="http://schemas.openxmlformats.org/officeDocument/2006/relationships/notesMaster" Target="/ppt/notesMasters/notesMaster1.xml" Id="R7c94588baca44e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86af3dc1814bb0" /><Relationship Type="http://schemas.openxmlformats.org/officeDocument/2006/relationships/notesMaster" Target="/ppt/notesMasters/notesMaster1.xml" Id="R7e210b1a629843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92ecfabe733406c" /><Relationship Type="http://schemas.openxmlformats.org/officeDocument/2006/relationships/notesMaster" Target="/ppt/notesMasters/notesMaster1.xml" Id="Rc8e3907ba6ec4e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05ac23c67f94100" /><Relationship Type="http://schemas.openxmlformats.org/officeDocument/2006/relationships/notesMaster" Target="/ppt/notesMasters/notesMaster1.xml" Id="R2451fd0458034d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9c5b26a2c148c8" /><Relationship Type="http://schemas.openxmlformats.org/officeDocument/2006/relationships/notesMaster" Target="/ppt/notesMasters/notesMaster1.xml" Id="Rc927eac0f8ad4d6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a71241e4784fe6" /><Relationship Type="http://schemas.openxmlformats.org/officeDocument/2006/relationships/notesMaster" Target="/ppt/notesMasters/notesMaster1.xml" Id="Rcb7da503edba425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1eab45ac70242a3" /><Relationship Type="http://schemas.openxmlformats.org/officeDocument/2006/relationships/notesMaster" Target="/ppt/notesMasters/notesMaster1.xml" Id="Ra535c62d8cbc4b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7e52f999144b2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75c00edb5f4e2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626b3508fc438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2da66a1fff4ef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feea3a2823418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9677159b974e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7CED6D-E1D8-4017-9E55-841DCFB873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37AE387-3D5E-486A-84F4-482F797AD93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F3C1A3D-B524-46C4-8E66-E3A0A25785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B78918C-034F-4623-8156-6C02F7DB59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B5B5FDF-7BBE-4206-9B36-E4CBFB8A59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49F453B-1040-4F3F-BF68-1B4CF402B2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46AD891-EDAF-48E0-B5A2-D29C232B2F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6DAD21D-970B-42C2-9D24-3D2048619D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C2D87CF-4516-4556-B796-5C001B3F49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AD9227D-7108-4621-9ED3-CFBAF25003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fc72a3e46848e3" /><Relationship Type="http://schemas.openxmlformats.org/officeDocument/2006/relationships/slideLayout" Target="/ppt/slideLayouts/slideLayout1.xml" Id="Rc11bb933e4fa4ae3" /><Relationship Type="http://schemas.openxmlformats.org/officeDocument/2006/relationships/slideLayout" Target="/ppt/slideLayouts/slideLayout2.xml" Id="Ra4a80b84e41d4ec3" /><Relationship Type="http://schemas.openxmlformats.org/officeDocument/2006/relationships/slideLayout" Target="/ppt/slideLayouts/slideLayout3.xml" Id="R7a229c219a1b4386" /><Relationship Type="http://schemas.openxmlformats.org/officeDocument/2006/relationships/slideLayout" Target="/ppt/slideLayouts/slideLayout4.xml" Id="Refdd83a9a9634b94" /><Relationship Type="http://schemas.openxmlformats.org/officeDocument/2006/relationships/slideLayout" Target="/ppt/slideLayouts/slideLayout5.xml" Id="R3d5496c736474d35" /><Relationship Type="http://schemas.openxmlformats.org/officeDocument/2006/relationships/slideLayout" Target="/ppt/slideLayouts/slideLayout6.xml" Id="Re168382099c642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1bb933e4fa4ae3"/>
    <p:sldLayoutId xmlns:r="http://schemas.openxmlformats.org/officeDocument/2006/relationships" id="2147483650" r:id="Ra4a80b84e41d4ec3"/>
    <p:sldLayoutId xmlns:r="http://schemas.openxmlformats.org/officeDocument/2006/relationships" id="2147483651" r:id="R7a229c219a1b4386"/>
    <p:sldLayoutId xmlns:r="http://schemas.openxmlformats.org/officeDocument/2006/relationships" id="2147483652" r:id="Refdd83a9a9634b94"/>
    <p:sldLayoutId xmlns:r="http://schemas.openxmlformats.org/officeDocument/2006/relationships" id="2147483653" r:id="R3d5496c736474d35"/>
    <p:sldLayoutId xmlns:r="http://schemas.openxmlformats.org/officeDocument/2006/relationships" id="2147483654" r:id="Re168382099c642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086d66e8244608" /><Relationship Type="http://schemas.openxmlformats.org/officeDocument/2006/relationships/notesSlide" Target="/ppt/notesSlides/notesSlide1.xml" Id="Raa307d2e9f944c2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fe2e7135d34511" /><Relationship Type="http://schemas.openxmlformats.org/officeDocument/2006/relationships/notesSlide" Target="/ppt/notesSlides/notesSlide2.xml" Id="Rc4fd2a0b84bf47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979b7cd46e420c" /><Relationship Type="http://schemas.openxmlformats.org/officeDocument/2006/relationships/notesSlide" Target="/ppt/notesSlides/notesSlide3.xml" Id="Rd9245437218e4a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a65f65a0794d5b" /><Relationship Type="http://schemas.openxmlformats.org/officeDocument/2006/relationships/notesSlide" Target="/ppt/notesSlides/notesSlide4.xml" Id="R1b08aaca57bd48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cabc94d53d4ad5" /><Relationship Type="http://schemas.openxmlformats.org/officeDocument/2006/relationships/notesSlide" Target="/ppt/notesSlides/notesSlide5.xml" Id="R43ea6fecf0a448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236b922b63447e" /><Relationship Type="http://schemas.openxmlformats.org/officeDocument/2006/relationships/notesSlide" Target="/ppt/notesSlides/notesSlide6.xml" Id="R5759b54ebf56454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323de8e0084981" /><Relationship Type="http://schemas.openxmlformats.org/officeDocument/2006/relationships/notesSlide" Target="/ppt/notesSlides/notesSlide7.xml" Id="R443d9205679e491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577ee829b74624" /><Relationship Type="http://schemas.openxmlformats.org/officeDocument/2006/relationships/notesSlide" Target="/ppt/notesSlides/notesSlide8.xml" Id="R5417193f2337415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b02ac4b8f04cf0" /><Relationship Type="http://schemas.openxmlformats.org/officeDocument/2006/relationships/notesSlide" Target="/ppt/notesSlides/notesSlide9.xml" Id="Rf7d64baaa2a44e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08f599aaca407b" /><Relationship Type="http://schemas.openxmlformats.org/officeDocument/2006/relationships/notesSlide" Target="/ppt/notesSlides/notesSlide10.xml" Id="R89223d2a1f1e4ea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181EE4-0665-4E4D-BD12-D5D30202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2F75B5"/>
                </a:solidFill>
              </a:defRPr>
            </a:pPr>
            <a:r>
              <a:rPr sz="1125" b="1">
                <a:solidFill>
                  <a:srgbClr val="2F75B5"/>
                </a:solidFill>
              </a:rPr>
              <a:t>TECNOLOGÍA WEB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A1ACA4-C318-431A-83A6-78213E52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7524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4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6202A"/>
                </a:solidFill>
              </a:defRPr>
            </a:pPr>
            <a:r>
              <a:rPr sz="3450" b="1">
                <a:solidFill>
                  <a:srgbClr val="16202A"/>
                </a:solidFill>
              </a:rPr>
              <a:t>Sistema vía correo electrónico para convocatorias de auxiliaturas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F0FD37-A4B6-4D6C-BD4F-0E017E48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Proyecto 1  |  Grupo 09 SA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C63BF3-4683-4730-A26E-BC018869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781050"/>
            <a:ext cx="2857500" cy="4857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069828-5029-4865-BD44-C43E944CA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906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Integrantes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0E70F1-F4B4-437E-9CD6-5614A7F44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09750"/>
            <a:ext cx="214312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223045888</a:t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Acosta Osorio Lin Fernanda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223043982</a:t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Ramos Vargas Brayan Joel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213114976</a:t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Rodriguez Aguilera Walter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EE2B65-6B8A-44A8-829B-62036EA0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Ingeniería Informática</a:t>
            </a:r>
          </a:p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8553042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456448-5529-4BB5-A1A2-69E5EC7F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F0E7F-79E7-4C92-BFF1-C9CF0C72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Solicitud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228C1C-83B4-4A25-A0B6-24F84A6E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E0F461-3F78-459B-BF1F-7B61A81C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67DE00-E325-46BB-B15C-9D9B693B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885A97-8AAA-4FF3-BBD9-75A494D2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492153-3FA1-4DB1-B710-F9022F3B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F2E673-0B4C-4CA5-BA5D-D3055AC8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Entrada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CA21C6-93AB-43AB-9FFC-89CC9B9D4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El cliente escribe la orden completa en el asunto del correo.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464236-AD93-465D-8160-9CA78F16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A670F-5065-4B4A-9F8B-1B62EE44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03CF45-08B8-4518-A561-A7681307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Procesamiento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132253-31C9-494D-B292-B0AD79AE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Java valida el comando, los parámetros y el rol antes de ejecutar SQL.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C15B70-A666-4441-9FCB-AF7F5D89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AD0954-310E-45A1-ADF7-EE8687E7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03879C-C068-4491-B035-3EBA5941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Respuesta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6FAFCB-5193-4D43-90CE-E1FCE2A1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El sistema devuelve ÉXITO o ERROR al mismo remitente.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C597E2-E858-4C63-BDB4-A902F0EA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52606D"/>
                </a:solidFill>
              </a:defRPr>
            </a:pPr>
            <a:r>
              <a:rPr sz="1350" b="1">
                <a:solidFill>
                  <a:srgbClr val="52606D"/>
                </a:solidFill>
              </a:rPr>
              <a:t>Ejemplo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D7A8D7-E3C6-4B73-AE69-72EF9C53C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085850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5A8E3D-B580-4B48-8BA3-D658E2B8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76800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LISCON["*"]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A75326-FA3E-4C3E-8330-55302496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76800"/>
            <a:ext cx="733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consulta las convocatorias y devuelve el resultado por correo</a:t>
            </a:r>
          </a:p>
        </p:txBody>
      </p:sp>
    </p:spTree>
    <p:extLst>
      <p:ext uri="{BB962C8B-B14F-4D97-AF65-F5344CB8AC3E}">
        <p14:creationId xmlns:p14="http://schemas.microsoft.com/office/powerpoint/2010/main" val="598832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681415A-C47B-48CF-B349-C9710A20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628B63-F986-4497-888E-EA712417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Flujo de ejecución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9BA578-FAC1-49AD-B602-D21053B82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187B89-FC14-46AF-8FF8-24CF71EB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3E23F5-20A3-4E17-9A1B-979BD71D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C63759-AE50-4E1E-87A3-BD0B9EB1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6DCBFF-837B-41BF-9E9C-80A69313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F4A6F4-36C3-4153-A870-E51CE9FD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1D4C54-7EFE-4A9D-95E5-D3A6F3D0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Gmail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BA5911-9291-4B3E-B229-AC8CD3EB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Asunto con la orden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0C3863-F5C5-4692-8D34-A10EDF01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6D4711-84A2-40F8-9F18-5D0AB963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FC94C4-C4A5-48EB-879E-BCED8660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641DDC-F4E2-4E7A-843D-6C759925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6FB000-BE6C-408A-8C8E-382C6CC4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Roundcube HTTPS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6620B-1256-4E6B-8159-835E86F3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Lectura cifrada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9205B7-7100-4500-AC3F-9A224BAB3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41A163-B8B6-4747-9572-54124470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2F75B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073F47-8866-40A5-89B8-BDDFC281F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8824CB-8F8B-488F-812D-D33D16ED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AA46B1-E3EE-4395-8BA5-31B92E33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Java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DF6E47-E16F-4B73-A801-71986E47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Sintaxis, permisos y reglas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EBE7F2-102B-4591-AE40-A144E5FC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17B562-73EF-4CF5-901B-B6E892C7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A2CBB5-9AEE-412B-AD68-E82496D8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960C11-5B00-4865-A580-B71D0496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92FD8D-0820-4EC7-849A-85EFA231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PostgreSQL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1ED7AD-267E-46C9-A934-40765134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Consulta o transacción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EE10F3-574B-4769-A9DD-4B67C6D3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BBB6C9-A547-43F3-B892-106B66B6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8036F2-ED54-4805-AFB9-DE1D9444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2497B6-560C-4E4F-ADC6-58B4AF53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C58583-28FD-47FC-864E-E005CEB8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Roundcube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F29E454-DA74-4F48-B628-51F02E51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Respuesta institucional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76DC1C-CD9A-4EE1-91DE-5892E02F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62500"/>
            <a:ext cx="895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B7F5A"/>
                </a:solidFill>
              </a:defRPr>
            </a:pPr>
            <a:r>
              <a:rPr sz="1500" b="1">
                <a:solidFill>
                  <a:srgbClr val="1B7F5A"/>
                </a:solidFill>
              </a:rPr>
              <a:t>El UIDL de cada correo queda almacenado para impedir respuestas duplicadas.</a:t>
            </a:r>
          </a:p>
        </p:txBody>
      </p:sp>
    </p:spTree>
    <p:extLst>
      <p:ext uri="{BB962C8B-B14F-4D97-AF65-F5344CB8AC3E}">
        <p14:creationId xmlns:p14="http://schemas.microsoft.com/office/powerpoint/2010/main" val="1978840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7966BE-F6E7-4275-9F29-0D657EFD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B1E23-50DD-4A7D-9FEF-522B2C17A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Cobertura de los ocho casos de uso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27C285-556E-4584-9900-737C0E64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2FEFA4-82AE-4A56-A8AF-5C2433FB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8E81D-EE1A-4A20-AA0E-EBBD488E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B71A4-6E2E-4019-9D18-D71B7AE8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AEDBFE-3EE6-458F-B62F-F3C2FAE4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288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6F4804-81BD-4291-9CC4-0CB86EAA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811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Usuarios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C2BB1D-7F87-45DC-B23D-9F77B266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14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INSUSU  LISUSU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8EA105-2A6A-492F-A1F1-4A262598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336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B57D8-0EE4-4A99-9874-ABABA42E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E26364-2D6B-4C6A-87C2-681CF630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479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Convocatorias y cargos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6382CB-BF84-4A1E-885E-D348C249E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INSCON  LISCON  INSCAR  LISCAR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6DB17E-42F5-4C87-A7F6-2EF69AD0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04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3F3552-0036-4B62-8296-78A6D200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306799-F3C0-42AF-9F97-39066BAC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9147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Postulación y expediente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032C06-B080-4C76-A1C7-10EE16EE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248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INSPOST  LISPOST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27C986-193D-44CE-978C-39E77C4D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672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E61E86-E1D5-4344-8AE7-329AE3F4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292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2F9C5D-DC48-438C-9034-8BF1A8891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9815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Requisitos y habilitación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9F1C82-E386-43FD-BB1F-ECD6E32C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314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EVAREQ  HABPOS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63CF40-3825-4DD3-BE35-B80E5397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6668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6B93FD-0BE2-4943-B4DB-7E88AA58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8288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C542D6-022C-4369-B101-639D4F30C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7811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Méritos, examen y evaluadores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D586BC-4DD2-4F26-8730-BB6FB59E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114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REGMER  REGEXA  ASIEVA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73DFC1-3758-4A8A-AB53-B9E3F977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7336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B4947F-A5C9-4EC9-AEFD-07AAC1506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8956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0B8830-0F8E-4394-93B2-A843E4C1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479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Ranking y plazas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294660-AB5F-458A-853B-5BC2B20B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1813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GENRAN  ASIPLA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CC3700-B505-4E96-8435-47866463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8004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ED500C-6F23-4F19-998A-099C902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9624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B37609-9F39-435E-BCB6-656C4D3D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147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Auditoría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5DC5D8-4D67-4878-9360-AE854745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248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AUDCAL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5673E3-2CB6-4F4D-A552-E66FDB0D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8672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3B528A-A47F-4E07-A5DC-CD43345B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0292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B6B3C0-530C-457A-9695-16A8A21C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9815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Reportes y estadísticas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EFED0E1-9F5E-4F5D-8040-397C74E4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5314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REPEST</a:t>
            </a:r>
          </a:p>
        </p:txBody>
      </p:sp>
    </p:spTree>
    <p:extLst>
      <p:ext uri="{BB962C8B-B14F-4D97-AF65-F5344CB8AC3E}">
        <p14:creationId xmlns:p14="http://schemas.microsoft.com/office/powerpoint/2010/main" val="3995489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004C79-1B60-4852-B22D-842F920A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5C5106-4820-4717-828E-70891A3A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Validación y control de acceso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0F153F-5DC9-4F9B-84AE-06EA2B9E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C5ED0E-1535-4547-9023-BCB29088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0E66C6-BAF3-4EE2-8577-8B648D8A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E8C6A5-ECEF-47C9-90AF-AEE12A4FA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11C251-E744-4245-AA29-3DD15A05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44825-3AA5-49B5-ABC0-0B016323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Sintaxis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0B832-251F-45A0-988B-3CA3BC59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COMANDO["parámetro"]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Rechaza comas finales, asuntos incompletos y valores sin comillas.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9DBB76-A691-4C95-963A-7B8D2080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B726C1-F651-4EBE-AEC7-29E71076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37E8F2-7D05-43F0-BEE1-6E117072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Datos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20DF2C-4568-4465-84DB-DCF6095C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Fechas ISO, enteros positivos, puntajes de 0 a 100, correo válido y estados permitidos.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D939EF-FCFE-4C5F-850D-8AEAF3E1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EE4498-62FF-47AC-BD01-7B15C569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C3A1E4-952E-4705-82C2-7A6B11C6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Permisos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BB6F1D-1450-450F-91EE-8A8FBFEE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DECANO, VICEDECANO, EVALUADOR y POSTULANTE. Las operaciones privadas verifican el correo activo.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144603-3AA1-4FBF-9924-0DA317E3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53000"/>
            <a:ext cx="933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7365D"/>
                </a:solidFill>
              </a:defRPr>
            </a:pPr>
            <a:r>
              <a:rPr sz="1575" b="1">
                <a:solidFill>
                  <a:srgbClr val="17365D"/>
                </a:solidFill>
              </a:rPr>
              <a:t>Las credenciales se cargan mediante variables de entorno y no forman parte del código.</a:t>
            </a:r>
          </a:p>
        </p:txBody>
      </p:sp>
    </p:spTree>
    <p:extLst>
      <p:ext uri="{BB962C8B-B14F-4D97-AF65-F5344CB8AC3E}">
        <p14:creationId xmlns:p14="http://schemas.microsoft.com/office/powerpoint/2010/main" val="8307359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06E35B-5503-4849-9F5D-251CFB0B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04E6E4-07CB-4CCA-A9E2-4C5949F5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Modelo de datos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421F20-DD0C-43C2-B87B-A401077C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42C2FF-637F-4D50-A673-DE676F575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B0A6F-B88D-49CE-AA23-A7F25EE5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9CDA1-F176-4407-B592-8575E826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74CB28-322D-43E7-985E-A6BA09BC5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9050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p1_usuario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8DD1F2-EAD8-46CD-8DB8-B87691B7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5750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4ADCEB-5880-46CD-AC67-8B19074B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95275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p1_convocatoria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DB3F72-22BE-4951-8486-C8D486BA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052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6B4CF6-09B4-41E2-93D0-0237D2952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0005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p1_cargo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D936A6-C46A-4345-8915-67A2FCF4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7146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404125-2E83-485B-905B-937C5CC2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8098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p1_postulacion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083132-BA7C-49A2-9BF6-A637CB31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5716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3E62A1-F451-4B32-B4D3-B5621E26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6668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p1_expediente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8D576D-E949-4227-9E44-458BA514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42887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3D3F32-3FA1-4F00-B14C-B830AC28A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5241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p1_requisito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1FE715-1A9E-49DA-B189-65C59B811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2861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E20373-737E-4103-8185-BC71C159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3813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p1_merito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7048F4-EC5D-4DFA-B2DA-DE3F83D5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14337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7CB632-60B2-4AC2-A7A0-FB2FF6CE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2386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p1_examen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31F38A-E9D7-4253-A8FF-949B05E1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577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0E9855-0B66-4D8A-B1AC-C78C837F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9530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p1_auditoria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3DBFE7-43F6-4D83-92C8-37AC4A5B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573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2606D"/>
                </a:solidFill>
              </a:defRPr>
            </a:pPr>
            <a:r>
              <a:rPr sz="975" b="0">
                <a:solidFill>
                  <a:srgbClr val="52606D"/>
                </a:solidFill>
              </a:rPr>
              <a:t>usuarios, convocatorias y cargos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34CB3B-66B3-4727-8D38-507D0F08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4766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7365D"/>
                </a:solidFill>
              </a:defRPr>
            </a:pPr>
            <a:r>
              <a:rPr sz="975" b="1">
                <a:solidFill>
                  <a:srgbClr val="17365D"/>
                </a:solidFill>
              </a:rPr>
              <a:t>postulación central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5F7E5E-E56D-49A8-97F9-1AF8003B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857375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2606D"/>
                </a:solidFill>
              </a:defRPr>
            </a:pPr>
            <a:r>
              <a:rPr sz="975" b="0">
                <a:solidFill>
                  <a:srgbClr val="52606D"/>
                </a:solidFill>
              </a:rPr>
              <a:t>expediente, requisitos y notas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93A14E-2408-42D5-8E13-D6FAC5DA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8102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B7F5A"/>
                </a:solidFill>
              </a:defRPr>
            </a:pPr>
            <a:r>
              <a:rPr sz="1425" b="1">
                <a:solidFill>
                  <a:srgbClr val="1B7F5A"/>
                </a:solidFill>
              </a:rPr>
              <a:t>Puntaje final = 40 % méritos + 60 % promedio de examen</a:t>
            </a:r>
          </a:p>
        </p:txBody>
      </p:sp>
    </p:spTree>
    <p:extLst>
      <p:ext uri="{BB962C8B-B14F-4D97-AF65-F5344CB8AC3E}">
        <p14:creationId xmlns:p14="http://schemas.microsoft.com/office/powerpoint/2010/main" val="20190140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114A9B-BE67-4672-8A00-49BC6904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75F5F0-EF9D-4920-B78D-CCF04BD0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Prueba integral realizada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9E3D1F-7963-4D47-9745-172FD464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710674-543B-48AB-8D05-52C3961E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86307F-C337-40D7-B8D4-D905B6F6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7770F0-3FC0-4A85-8FBB-80036A87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66875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DECBC9-6DD2-4D99-A8B3-09129B7F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8097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EACD3D-ED4D-4E7C-9757-48695E5A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907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FD354E-D940-4FEC-A30D-4C775EC7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7811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Gmail envió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EC9431-559B-4C31-BF03-D57ECDE4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81175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AYUDA[] y LISCON["*"]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DD9FD3-95E6-494C-AC30-EB264382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67000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DAB177-A56A-49AF-9D59-7C57D959C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8098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F3355E-2DD3-415A-B9B5-E667855F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9082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DF60E3-5AD1-40E5-885F-2A9C2FEF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Java procesó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EE7850-B024-4B55-9846-0F7E0131B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8130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Identificó UID nuevos y consultó PostgreSQL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E59DCA-F838-47D5-86D2-FA5144F0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67125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EA4B01-D6DB-4410-A9CD-792965E9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810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97D453-2D5C-4FF7-9E3D-3263FB15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909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384D95-2909-44C2-B3DD-667B36C6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7814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Tecnoweb respondió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65F79B-D3F3-40E3-A647-5D8AD04A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781425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ÉXITO - Orden procesada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B65F26-2556-4C95-911D-9AD7A3ED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AAB437-6D0D-4D7D-94FE-95D272B0E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8101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416634-B0E6-4F4C-8587-5440A455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910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03C189-28A8-4665-826D-4E961023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7815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Gmail recibió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CDFB6B-D704-4EC7-ABBD-44E56881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7815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Catálogo de órdenes y Sin resultados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146365-DBB2-4020-A4EB-CE0872FC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8102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B7F5A"/>
                </a:solidFill>
              </a:defRPr>
            </a:pPr>
            <a:r>
              <a:rPr sz="1350" b="1">
                <a:solidFill>
                  <a:srgbClr val="1B7F5A"/>
                </a:solidFill>
              </a:rPr>
              <a:t>Resultado comprobado el 12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19656840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3516A8-5003-450E-847A-AFBA726C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F184FD-2FF7-4F63-A2D9-7F184C0F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Resultados y observaciones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1790B9-2668-4357-AB19-F4C990EF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1523A9-188B-4167-BD13-0F886B9C9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CF3A46-B567-41B2-BDB3-25FC9CC5E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378690-1772-47C0-BCD0-B223DC2E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47625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E7785F-C8BA-4BDE-B726-042D63AF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D409D9-CEFF-449E-B794-B04653F0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62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Consulta 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39238A-E5FD-4492-843D-CF2E4E28A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86000"/>
            <a:ext cx="4400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LISCON["*"] ejecutó el SELECT remoto y respondió “Sin resultados”.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5DA54-A87A-4D5A-A572-9028B5A1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7625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B99661-140D-4CA2-903B-F0EBEEBEB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58C9D-9130-4612-8CAE-69272A01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62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Entrega externa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E349E-2DAF-433F-B1BB-B6506910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86000"/>
            <a:ext cx="4400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La respuesta llegó al Gmail utilizado para la prueba.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B04ACF-1C11-4BFE-B4EB-C7900B6A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4762500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4E3F74-C518-41B3-8B95-105618B8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DF9684-921E-41A2-BCDD-AE46A55F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Primera recepción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E4BB9D-D8F4-42CC-BB1A-AB0D3262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72000"/>
            <a:ext cx="4400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Gmail clasificó el remitente nuevo como Spam. La entrega no falló.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AFE111-5C9C-41CC-B81C-685E45A8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4762500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78C0C5-6871-4363-B0CF-72360FA6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0C3989-AE56-4764-9A36-43E3EC5B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248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Identidad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7791B1-B1A4-4966-93AC-B2DAE34F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572000"/>
            <a:ext cx="4400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Grupo 09 SA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grupo09sa@tecnoweb.org.bo</a:t>
            </a:r>
          </a:p>
        </p:txBody>
      </p:sp>
    </p:spTree>
    <p:extLst>
      <p:ext uri="{BB962C8B-B14F-4D97-AF65-F5344CB8AC3E}">
        <p14:creationId xmlns:p14="http://schemas.microsoft.com/office/powerpoint/2010/main" val="13735858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6C4C34-153B-4F7F-BEA3-6BE6BFC7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45978E-FF57-4EDD-A7C4-31A6362B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Errores y caídas controladas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6B7622-A15F-4A8B-915A-6196C825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DB055C-A073-4EEE-93D3-9D7C3AC6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406413-657C-41E2-ABE4-C75096AC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D6DD7B-D284-4D32-A402-97E75144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49DDAD-C269-44B1-95BA-D8FC1396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Letra, NaN o dato fuera de rango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E71FE5-CF7B-459F-8354-18319C7C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Rechaza la orden antes de ejecutar 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2D5A70-31D9-480B-ACE2-B08EFD78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14625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E3BE86-8E06-4F19-A410-C9E03EA2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0987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PostgreSQL fuera de línea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C6C232-466C-4936-9872-342BC910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09875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Conserva el correo y reintenta con espera creciente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331D81-0A40-4710-9412-2B0D4455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B2BCBE-2786-4E2A-8628-DF9D0E32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Dos instancias activas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5D2E6A-A85C-4595-9867-D7655406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10000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PostgreSQL concede el procesamiento a una sola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820375-664C-4052-AA8E-F8BB010E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14875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81EDE5-CBF9-45E0-8893-97C7988F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10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Correo repetido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CC213C-B91E-45B1-8502-AA44C752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10125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El identificador evita ejecutar dos veces la operación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85A778-175A-4DC9-B9D8-92F6E2BC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857875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7365D"/>
                </a:solidFill>
              </a:defRPr>
            </a:pPr>
            <a:r>
              <a:rPr sz="1350" b="1">
                <a:solidFill>
                  <a:srgbClr val="17365D"/>
                </a:solidFill>
              </a:rPr>
              <a:t>25 pruebas, 10.000.000 de asuntos y 320.000 análisis concurrentes. Sin caídas.</a:t>
            </a:r>
          </a:p>
        </p:txBody>
      </p:sp>
    </p:spTree>
    <p:extLst>
      <p:ext uri="{BB962C8B-B14F-4D97-AF65-F5344CB8AC3E}">
        <p14:creationId xmlns:p14="http://schemas.microsoft.com/office/powerpoint/2010/main" val="10910025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C28401-136F-470A-9EDB-244B3461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87C48-1CFF-44E6-9257-F2B3D0D3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Conclusión y defensa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FB1768-FF92-4819-A590-7DB78065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023A35-297C-4926-B594-1B721A9C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875987-0F22-4DEE-983B-6A17D08E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83E2BF-FADD-443F-BC43-079AF39F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62125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4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365D"/>
                </a:solidFill>
              </a:defRPr>
            </a:pPr>
            <a:r>
              <a:rPr sz="2400" b="1">
                <a:solidFill>
                  <a:srgbClr val="17365D"/>
                </a:solidFill>
              </a:rPr>
              <a:t>El sistema cumple el ciclo y se recupera de cortes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0CBD83-57C3-4D94-ABC3-33839BA0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3812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correo entrante  ›  validación  ›  PostgreSQL  ›  respuesta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774198-7519-4A81-99CD-6D67DEC2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33750"/>
            <a:ext cx="495300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2AE05D-B677-4931-8973-116440F7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337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B8828-F469-4965-999D-C6386666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486150"/>
            <a:ext cx="459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Defensa de 15 a 20 minutos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80B69D-7203-4700-9EA7-CB3CE67D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810000"/>
            <a:ext cx="4591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1. Explicar el formato del asunto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2. Iniciar en Windows o Fedora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3. Enviar AYUDA y una consulta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4. Mostrar cola, reintentos y auditoría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1B67C5-D9D7-4150-AF6E-F242CFA3C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33750"/>
            <a:ext cx="495300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11DE34-3D0D-4A30-9032-A779801F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337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8AF1C5-D7FC-44AC-B272-E893153E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486150"/>
            <a:ext cx="459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Resistencia y entrega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1D6172-A226-408B-9AA4-E8FEEFC5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810000"/>
            <a:ext cx="4591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Cola durable e idempotencia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Reintentos con límite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Scripts Windows y Linux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PUDS, presentación y código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ZIP y TAR.GZ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C53E6F-D993-4A3D-AFE5-7FE2E43BC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9055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Grupo 09 SA</a:t>
            </a:r>
          </a:p>
        </p:txBody>
      </p:sp>
    </p:spTree>
    <p:extLst>
      <p:ext uri="{BB962C8B-B14F-4D97-AF65-F5344CB8AC3E}">
        <p14:creationId xmlns:p14="http://schemas.microsoft.com/office/powerpoint/2010/main" val="4165322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2026-10-12T18:41:20.0350000Z</dcterms:created>
  <dcterms:modified xsi:type="dcterms:W3CDTF">2026-10-12T18:41:20.0350000Z</dcterms:modified>
</coreProperties>
</file>