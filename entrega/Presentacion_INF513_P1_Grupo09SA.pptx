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8ee8c0f9e34e0b" /><Relationship Type="http://schemas.openxmlformats.org/officeDocument/2006/relationships/extended-properties" Target="/docProps/app.xml" Id="Raedb64802b8749c3" /><Relationship Type="http://schemas.openxmlformats.org/officeDocument/2006/relationships/officeDocument" Target="/ppt/presentation.xml" Id="R82d5f7b8621248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d961ffbd1b475f"/>
  </p:sldMasterIdLst>
  <p:notesMasterIdLst>
    <p:notesMasterId xmlns:r="http://schemas.openxmlformats.org/officeDocument/2006/relationships" r:id="Rd722031819b4451e"/>
  </p:notesMasterIdLst>
  <p:sldIdLst>
    <p:sldId xmlns:r="http://schemas.openxmlformats.org/officeDocument/2006/relationships" id="256" r:id="R79dc9e09bdb04a9d"/>
    <p:sldId xmlns:r="http://schemas.openxmlformats.org/officeDocument/2006/relationships" id="257" r:id="Ra071028d44564206"/>
    <p:sldId xmlns:r="http://schemas.openxmlformats.org/officeDocument/2006/relationships" id="258" r:id="R0ab1252d80be461e"/>
    <p:sldId xmlns:r="http://schemas.openxmlformats.org/officeDocument/2006/relationships" id="259" r:id="Rdf0edc0b51b84ab3"/>
    <p:sldId xmlns:r="http://schemas.openxmlformats.org/officeDocument/2006/relationships" id="260" r:id="R5f9b10e15e764cc5"/>
    <p:sldId xmlns:r="http://schemas.openxmlformats.org/officeDocument/2006/relationships" id="261" r:id="R9f32ea7c85594b5f"/>
    <p:sldId xmlns:r="http://schemas.openxmlformats.org/officeDocument/2006/relationships" id="262" r:id="R409d652e9b8a442a"/>
    <p:sldId xmlns:r="http://schemas.openxmlformats.org/officeDocument/2006/relationships" id="263" r:id="R7029ee8fd8cc4abc"/>
    <p:sldId xmlns:r="http://schemas.openxmlformats.org/officeDocument/2006/relationships" id="264" r:id="Rd6a06fa528cd470d"/>
    <p:sldId xmlns:r="http://schemas.openxmlformats.org/officeDocument/2006/relationships" id="265" r:id="R68b66eb8910e48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f98b90772f49c6" /><Relationship Type="http://schemas.openxmlformats.org/officeDocument/2006/relationships/slideMaster" Target="/ppt/slideMasters/slideMaster1.xml" Id="R7ed961ffbd1b475f" /><Relationship Type="http://schemas.openxmlformats.org/officeDocument/2006/relationships/notesMaster" Target="/ppt/notesMasters/notesMaster1.xml" Id="Rd722031819b4451e" /><Relationship Type="http://schemas.openxmlformats.org/officeDocument/2006/relationships/presProps" Target="/ppt/presProps.xml" Id="R18f5b9aea7b74438" /><Relationship Type="http://schemas.openxmlformats.org/officeDocument/2006/relationships/tableStyles" Target="/ppt/tableStyles.xml" Id="R76eec34b9fea445d" /><Relationship Type="http://schemas.openxmlformats.org/officeDocument/2006/relationships/slide" Target="/ppt/slides/slide1.xml" Id="R79dc9e09bdb04a9d" /><Relationship Type="http://schemas.openxmlformats.org/officeDocument/2006/relationships/slide" Target="/ppt/slides/slide2.xml" Id="Ra071028d44564206" /><Relationship Type="http://schemas.openxmlformats.org/officeDocument/2006/relationships/slide" Target="/ppt/slides/slide3.xml" Id="R0ab1252d80be461e" /><Relationship Type="http://schemas.openxmlformats.org/officeDocument/2006/relationships/slide" Target="/ppt/slides/slide4.xml" Id="Rdf0edc0b51b84ab3" /><Relationship Type="http://schemas.openxmlformats.org/officeDocument/2006/relationships/slide" Target="/ppt/slides/slide5.xml" Id="R5f9b10e15e764cc5" /><Relationship Type="http://schemas.openxmlformats.org/officeDocument/2006/relationships/slide" Target="/ppt/slides/slide6.xml" Id="R9f32ea7c85594b5f" /><Relationship Type="http://schemas.openxmlformats.org/officeDocument/2006/relationships/slide" Target="/ppt/slides/slide7.xml" Id="R409d652e9b8a442a" /><Relationship Type="http://schemas.openxmlformats.org/officeDocument/2006/relationships/slide" Target="/ppt/slides/slide8.xml" Id="R7029ee8fd8cc4abc" /><Relationship Type="http://schemas.openxmlformats.org/officeDocument/2006/relationships/slide" Target="/ppt/slides/slide9.xml" Id="Rd6a06fa528cd470d" /><Relationship Type="http://schemas.openxmlformats.org/officeDocument/2006/relationships/slide" Target="/ppt/slides/slide10.xml" Id="R68b66eb8910e48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bebbddaa464e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c3755048b44cd3" /><Relationship Type="http://schemas.openxmlformats.org/officeDocument/2006/relationships/notesMaster" Target="/ppt/notesMasters/notesMaster1.xml" Id="R1e4d17acdc6547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11539c33364110" /><Relationship Type="http://schemas.openxmlformats.org/officeDocument/2006/relationships/notesMaster" Target="/ppt/notesMasters/notesMaster1.xml" Id="R8fbddb730f5c42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8c2b777ead40a5" /><Relationship Type="http://schemas.openxmlformats.org/officeDocument/2006/relationships/notesMaster" Target="/ppt/notesMasters/notesMaster1.xml" Id="Ra6799579d7ca44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946ead60864e88" /><Relationship Type="http://schemas.openxmlformats.org/officeDocument/2006/relationships/notesMaster" Target="/ppt/notesMasters/notesMaster1.xml" Id="R4334b33af53c40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b9f86def2044af" /><Relationship Type="http://schemas.openxmlformats.org/officeDocument/2006/relationships/notesMaster" Target="/ppt/notesMasters/notesMaster1.xml" Id="R8c99efb570894b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fda2a31c34470b" /><Relationship Type="http://schemas.openxmlformats.org/officeDocument/2006/relationships/notesMaster" Target="/ppt/notesMasters/notesMaster1.xml" Id="Re8c1aca9b7784f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7d0514386f4ca0" /><Relationship Type="http://schemas.openxmlformats.org/officeDocument/2006/relationships/notesMaster" Target="/ppt/notesMasters/notesMaster1.xml" Id="R1e0e6338f6fd4c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796f3aa3f24562" /><Relationship Type="http://schemas.openxmlformats.org/officeDocument/2006/relationships/notesMaster" Target="/ppt/notesMasters/notesMaster1.xml" Id="Rd4387e91ccf74d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2d59fb893d4c9d" /><Relationship Type="http://schemas.openxmlformats.org/officeDocument/2006/relationships/notesMaster" Target="/ppt/notesMasters/notesMaster1.xml" Id="Rf35f15270a294f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eaa7fbba3c4d83" /><Relationship Type="http://schemas.openxmlformats.org/officeDocument/2006/relationships/notesMaster" Target="/ppt/notesMasters/notesMaster1.xml" Id="Ref883a46162748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f3ab8f87524b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89c41a94b4d1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c857e0fa704fc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b88647056743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469c100ed344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65b262d99c40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7CED6D-E1D8-4017-9E55-841DCFB873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37AE387-3D5E-486A-84F4-482F797AD9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F3C1A3D-B524-46C4-8E66-E3A0A25785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78918C-034F-4623-8156-6C02F7DB59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5B5FDF-7BBE-4206-9B36-E4CBFB8A59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49F453B-1040-4F3F-BF68-1B4CF402B2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6AD891-EDAF-48E0-B5A2-D29C232B2F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DAD21D-970B-42C2-9D24-3D2048619D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2D87CF-4516-4556-B796-5C001B3F49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D9227D-7108-4621-9ED3-CFBAF25003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f2f41314934a67" /><Relationship Type="http://schemas.openxmlformats.org/officeDocument/2006/relationships/slideLayout" Target="/ppt/slideLayouts/slideLayout1.xml" Id="R8b357c76e8c7418c" /><Relationship Type="http://schemas.openxmlformats.org/officeDocument/2006/relationships/slideLayout" Target="/ppt/slideLayouts/slideLayout2.xml" Id="Rd8e6bd654cb94bd3" /><Relationship Type="http://schemas.openxmlformats.org/officeDocument/2006/relationships/slideLayout" Target="/ppt/slideLayouts/slideLayout3.xml" Id="R83504fd505614c91" /><Relationship Type="http://schemas.openxmlformats.org/officeDocument/2006/relationships/slideLayout" Target="/ppt/slideLayouts/slideLayout4.xml" Id="R8706b6aba6ce4984" /><Relationship Type="http://schemas.openxmlformats.org/officeDocument/2006/relationships/slideLayout" Target="/ppt/slideLayouts/slideLayout5.xml" Id="R3d713d05f62d40cc" /><Relationship Type="http://schemas.openxmlformats.org/officeDocument/2006/relationships/slideLayout" Target="/ppt/slideLayouts/slideLayout6.xml" Id="R582940c72a8a44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357c76e8c7418c"/>
    <p:sldLayoutId xmlns:r="http://schemas.openxmlformats.org/officeDocument/2006/relationships" id="2147483650" r:id="Rd8e6bd654cb94bd3"/>
    <p:sldLayoutId xmlns:r="http://schemas.openxmlformats.org/officeDocument/2006/relationships" id="2147483651" r:id="R83504fd505614c91"/>
    <p:sldLayoutId xmlns:r="http://schemas.openxmlformats.org/officeDocument/2006/relationships" id="2147483652" r:id="R8706b6aba6ce4984"/>
    <p:sldLayoutId xmlns:r="http://schemas.openxmlformats.org/officeDocument/2006/relationships" id="2147483653" r:id="R3d713d05f62d40cc"/>
    <p:sldLayoutId xmlns:r="http://schemas.openxmlformats.org/officeDocument/2006/relationships" id="2147483654" r:id="R582940c72a8a44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d03079d5594442" /><Relationship Type="http://schemas.openxmlformats.org/officeDocument/2006/relationships/notesSlide" Target="/ppt/notesSlides/notesSlide1.xml" Id="Rd7341cacf43041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62c8fe07947da" /><Relationship Type="http://schemas.openxmlformats.org/officeDocument/2006/relationships/notesSlide" Target="/ppt/notesSlides/notesSlide2.xml" Id="R687f01c7f6784e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5bed3e762d490d" /><Relationship Type="http://schemas.openxmlformats.org/officeDocument/2006/relationships/notesSlide" Target="/ppt/notesSlides/notesSlide3.xml" Id="R91e6efdc0b1544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9632d8374243cc" /><Relationship Type="http://schemas.openxmlformats.org/officeDocument/2006/relationships/notesSlide" Target="/ppt/notesSlides/notesSlide4.xml" Id="R2e671a8a64104d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bf62e1914b4665" /><Relationship Type="http://schemas.openxmlformats.org/officeDocument/2006/relationships/notesSlide" Target="/ppt/notesSlides/notesSlide5.xml" Id="R76f3ec2c419f4c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5238e2f1374873" /><Relationship Type="http://schemas.openxmlformats.org/officeDocument/2006/relationships/notesSlide" Target="/ppt/notesSlides/notesSlide6.xml" Id="R1d0624c787a64d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a60698854541f9" /><Relationship Type="http://schemas.openxmlformats.org/officeDocument/2006/relationships/notesSlide" Target="/ppt/notesSlides/notesSlide7.xml" Id="R1b33879fa1fd46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9b5009d3914add" /><Relationship Type="http://schemas.openxmlformats.org/officeDocument/2006/relationships/notesSlide" Target="/ppt/notesSlides/notesSlide8.xml" Id="Rb77a1689b6df4e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bdf2eff3ae48fa" /><Relationship Type="http://schemas.openxmlformats.org/officeDocument/2006/relationships/notesSlide" Target="/ppt/notesSlides/notesSlide9.xml" Id="R100d4ce014bb42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16957be18d4bff" /><Relationship Type="http://schemas.openxmlformats.org/officeDocument/2006/relationships/notesSlide" Target="/ppt/notesSlides/notesSlide10.xml" Id="R9d8032751d0444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81EE4-0665-4E4D-BD12-D5D30202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125" b="1">
                <a:solidFill>
                  <a:srgbClr val="2F75B5"/>
                </a:solidFill>
              </a:defRPr>
            </a:pPr>
            <a:r>
              <a:rPr sz="1125" b="1">
                <a:solidFill>
                  <a:srgbClr val="2F75B5"/>
                </a:solidFill>
              </a:rPr>
              <a:t>TECNOLOGÍA WEB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1ACA4-C318-431A-83A6-78213E52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4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6202A"/>
                </a:solidFill>
              </a:defRPr>
            </a:pPr>
            <a:r>
              <a:rPr sz="3450" b="1">
                <a:solidFill>
                  <a:srgbClr val="16202A"/>
                </a:solidFill>
              </a:rPr>
              <a:t>Sistema vía correo electrónico para convocatorias de auxiliaturas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0FD37-A4B6-4D6C-BD4F-0E017E48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Proyecto 1   Grupo 09 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63BF3-4683-4730-A26E-BC018869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81050"/>
            <a:ext cx="2857500" cy="4857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69828-5029-4865-BD44-C43E944C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90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E70F1-F4B4-437E-9CD6-5614A7F4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14312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223045888</a:t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Acosta Osorio Lin Fernanda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223043982</a:t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Ramos Vargas Brayan Joel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213114976</a:t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Rodriguez Aguilera Walter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E2B65-6B8A-44A8-829B-62036EA0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Ingeniería Informática</a:t>
            </a:r>
          </a:p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855304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456448-5529-4BB5-A1A2-69E5EC7F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F0E7F-79E7-4C92-BFF1-C9CF0C72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Solicitud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28C1C-83B4-4A25-A0B6-24F84A6E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0F461-3F78-459B-BF1F-7B61A81C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7DE00-E325-46BB-B15C-9D9B693B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85A97-8AAA-4FF3-BBD9-75A494D2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92153-3FA1-4DB1-B710-F9022F3B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2E673-0B4C-4CA5-BA5D-D3055AC8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A21C6-93AB-43AB-9FFC-89CC9B9D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cliente escribe la orden completa en el asunto del correo.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64236-AD93-465D-8160-9CA78F1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A670F-5065-4B4A-9F8B-1B62EE44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03CF45-08B8-4518-A561-A7681307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Procesamiento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132253-31C9-494D-B292-B0AD79AE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Java valida los datos y solicita confirmación para cada operación sensible.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15B70-A666-4441-9FCB-AF7F5D89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AD0954-310E-45A1-ADF7-EE8687E7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3879C-C068-4491-B035-3EBA5941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Respuesta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6FAFCB-5193-4D43-90CE-E1FCE2A1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sistema devuelve ÉXITO o ERROR al mismo remitente.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597E2-E858-4C63-BDB4-A902F0EA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Ejemplo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D7A8D7-E3C6-4B73-AE69-72EF9C53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858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5A8E3D-B580-4B48-8BA3-D658E2B8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768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LISCON["*"]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A75326-FA3E-4C3E-8330-55302496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6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consulta las convocatorias y devuelve el resultado por correo</a:t>
            </a:r>
          </a:p>
        </p:txBody>
      </p:sp>
    </p:spTree>
    <p:extLst>
      <p:ext uri="{BB962C8B-B14F-4D97-AF65-F5344CB8AC3E}">
        <p14:creationId xmlns:p14="http://schemas.microsoft.com/office/powerpoint/2010/main" val="598832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81415A-C47B-48CF-B349-C9710A20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28B63-F986-4497-888E-EA712417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Flujo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BA578-FAC1-49AD-B602-D21053B8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87B89-FC14-46AF-8FF8-24CF71E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E23F5-20A3-4E17-9A1B-979BD71D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63759-AE50-4E1E-87A3-BD0B9EB1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DCBFF-837B-41BF-9E9C-80A69313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4A6F4-36C3-4153-A870-E51CE9FD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D4C54-7EFE-4A9D-95E5-D3A6F3D0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A5911-9291-4B3E-B229-AC8CD3EB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Asunto con la orden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C3863-F5C5-4692-8D34-A10EDF01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6D4711-84A2-40F8-9F18-5D0AB963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FC94C4-C4A5-48EB-879E-BCED8660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41DDC-F4E2-4E7A-843D-6C759925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FB000-BE6C-408A-8C8E-382C6CC4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 HTTPS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6620B-1256-4E6B-8159-835E86F3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Lectura cifrada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205B7-7100-4500-AC3F-9A224BAB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41A163-B8B6-4747-9572-5412447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2F75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073F47-8866-40A5-89B8-BDDFC281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824CB-8F8B-488F-812D-D33D16ED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AA46B1-E3EE-4395-8BA5-31B92E33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DF6E47-E16F-4B73-A801-71986E47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Sintaxis, confirmación y permisos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E7F2-102B-4591-AE40-A144E5FC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17B562-73EF-4CF5-901B-B6E892C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A2CBB5-9AEE-412B-AD68-E82496D8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960C11-5B00-4865-A580-B71D0496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92FD8D-0820-4EC7-849A-85EFA231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PostgreSQL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1ED7AD-267E-46C9-A934-40765134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Consulta o transacción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EE10F3-574B-4769-A9DD-4B67C6D3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BBB6C9-A547-43F3-B892-106B66B6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8036F2-ED54-4805-AFB9-DE1D9444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2497B6-560C-4E4F-ADC6-58B4AF53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C58583-28FD-47FC-864E-E005CEB8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29E454-DA74-4F48-B628-51F02E51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Respuesta institucional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76DC1C-CD9A-4EE1-91DE-5892E02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B7F5A"/>
                </a:solidFill>
              </a:defRPr>
            </a:pPr>
            <a:r>
              <a:rPr sz="1500" b="1">
                <a:solidFill>
                  <a:srgbClr val="1B7F5A"/>
                </a:solidFill>
              </a:rPr>
              <a:t>El registro persistente evita repetir cambios de negocio.</a:t>
            </a:r>
          </a:p>
        </p:txBody>
      </p:sp>
    </p:spTree>
    <p:extLst>
      <p:ext uri="{BB962C8B-B14F-4D97-AF65-F5344CB8AC3E}">
        <p14:creationId xmlns:p14="http://schemas.microsoft.com/office/powerpoint/2010/main" val="197884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7966BE-F6E7-4275-9F29-0D657EFD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B1E23-50DD-4A7D-9FEF-522B2C17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Cobertura de los ocho casos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7C285-556E-4584-9900-737C0E64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FEFA4-82AE-4A56-A8AF-5C2433FB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8E81D-EE1A-4A20-AA0E-EBBD488E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B71A4-6E2E-4019-9D18-D71B7AE8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EDBFE-3EE6-458F-B62F-F3C2FAE4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6F4804-81BD-4291-9CC4-0CB86EAA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Usuarios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2BB1D-7F87-45DC-B23D-9F77B266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INSUSU  LISUSU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EA105-2A6A-492F-A1F1-4A262598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B57D8-0EE4-4A99-9874-ABABA42E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26364-2D6B-4C6A-87C2-681CF630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Convocatorias y cargos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6382CB-BF84-4A1E-885E-D348C249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INSCON  LISCON  INSCAR  LISCAR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DB17E-42F5-4C87-A7F6-2EF69AD0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F3552-0036-4B62-8296-78A6D200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06799-F3C0-42AF-9F97-39066BAC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Postulación y expediente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032C06-B080-4C76-A1C7-10EE16EE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INSPOST  LISPOST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27C986-193D-44CE-978C-39E77C4D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61E86-E1D5-4344-8AE7-329AE3F4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2F9C5D-DC48-438C-9034-8BF1A889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Requisitos y habilitación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F1C82-E386-43FD-BB1F-ECD6E32C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EVAREQ  HABPOS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63CF40-3825-4DD3-BE35-B80E5397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6B93FD-0BE2-4943-B4DB-7E88AA58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C542D6-022C-4369-B101-639D4F30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Méritos, examen y evaluadores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D586BC-4DD2-4F26-8730-BB6FB59E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REGMER  REGEXA  ASIEVA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73DFC1-3758-4A8A-AB53-B9E3F97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B4947F-A5C9-4EC9-AEFD-07AAC150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0B8830-0F8E-4394-93B2-A843E4C1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Ranking y plazas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294660-AB5F-458A-853B-5BC2B20B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GENRAN  ASIPLA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CC3700-B505-4E96-8435-47866463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ED500C-6F23-4F19-998A-099C902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B37609-9F39-435E-BCB6-656C4D3D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Auditoría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5DC5D8-4D67-4878-9360-AE854745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AUDCAL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5673E3-2CB6-4F4D-A552-E66FDB0D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3B528A-A47F-4E07-A5DC-CD43345B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B6B3C0-530C-457A-9695-16A8A21C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Reportes y estadísticas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FED0E1-9F5E-4F5D-8040-397C74E4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REPEST</a:t>
            </a:r>
          </a:p>
        </p:txBody>
      </p:sp>
    </p:spTree>
    <p:extLst>
      <p:ext uri="{BB962C8B-B14F-4D97-AF65-F5344CB8AC3E}">
        <p14:creationId xmlns:p14="http://schemas.microsoft.com/office/powerpoint/2010/main" val="3995489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004C79-1B60-4852-B22D-842F920A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C5106-4820-4717-828E-70891A3A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Validación y control de acceso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0F153F-5DC9-4F9B-84AE-06EA2B9E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5ED0E-1535-4547-9023-BCB29088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E66C6-BAF3-4EE2-8577-8B648D8A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8C6A5-ECEF-47C9-90AF-AEE12A4F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1C251-E744-4245-AA29-3DD15A05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44825-3AA5-49B5-ABC0-0B016323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Sintaxis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0B832-251F-45A0-988B-3CA3BC59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COMANDO["parámetro"]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Rechaza comas finales, asuntos incompletos y valores sin comillas.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DBB76-A691-4C95-963A-7B8D2080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726C1-F651-4EBE-AEC7-29E71076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7E8F2-7D05-43F0-BEE1-6E117072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0DF2C-4568-4465-84DB-DCF6095C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Fechas ISO, enteros positivos, puntajes de 0 a 100, correo válido y estados permitidos.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939EF-FCFE-4C5F-850D-8AEAF3E1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E4498-62FF-47AC-BD01-7B15C569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3A1E4-952E-4705-82C2-7A6B11C6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Permisos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B6F1D-1450-450F-91EE-8A8FBFEE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Las órdenes privadas requieren CONFIRMAR["codigo"]. Verificamos la cuenta y el rol vigente.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144603-3AA1-4FBF-9924-0DA317E3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El código confirma solo la orden original y se consume con la transacción.</a:t>
            </a:r>
          </a:p>
        </p:txBody>
      </p:sp>
    </p:spTree>
    <p:extLst>
      <p:ext uri="{BB962C8B-B14F-4D97-AF65-F5344CB8AC3E}">
        <p14:creationId xmlns:p14="http://schemas.microsoft.com/office/powerpoint/2010/main" val="8307359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06E35B-5503-4849-9F5D-251CFB0B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4E6E4-07CB-4CCA-A9E2-4C5949F5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Modelo de datos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21F20-DD0C-43C2-B87B-A401077C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2C2FF-637F-4D50-A673-DE676F57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0A6F-B88D-49CE-AA23-A7F25EE5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9CDA1-F176-4407-B592-8575E826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4CB28-322D-43E7-985E-A6BA09BC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p1_usuario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DD1F2-EAD8-46CD-8DB8-B87691B7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ADCEB-5880-46CD-AC67-8B19074B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527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p1_convocatoria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DB3F72-22BE-4951-8486-C8D486BA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052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B4CF6-09B4-41E2-93D0-0237D295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005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p1_cargo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936A6-C46A-4345-8915-67A2FCF4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14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04125-2E83-485B-905B-937C5CC2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09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p1_postulacion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083132-BA7C-49A2-9BF6-A637CB31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E62A1-F451-4B32-B4D3-B5621E26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666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p1_expediente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D576D-E949-4227-9E44-458BA514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3D3F32-3FA1-4F00-B14C-B830AC28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5241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p1_evaluacion_requisito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FE715-1A9E-49DA-B189-65C59B81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20373-737E-4103-8185-BC71C159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3813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p1_merito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7048F4-EC5D-4DFA-B2DA-DE3F83D5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7CB632-60B2-4AC2-A7A0-FB2FF6CE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386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p1_examen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1F38A-E9D7-4253-A8FF-949B05E1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0E9855-0B66-4D8A-B1AC-C78C837F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53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p1_auditoria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DBFE7-43F6-4D83-92C8-37AC4A5B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usuarios, convocatorias y cargos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34CB3B-66B3-4727-8D38-507D0F08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17365D"/>
                </a:solidFill>
              </a:defRPr>
            </a:pPr>
            <a:r>
              <a:rPr sz="975" b="1">
                <a:solidFill>
                  <a:srgbClr val="17365D"/>
                </a:solidFill>
              </a:rPr>
              <a:t>postulación central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F7E5E-E56D-49A8-97F9-1AF8003B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57375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expediente, requisitos y notas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93A14E-2408-42D5-8E13-D6FAC5DA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B7F5A"/>
                </a:solidFill>
              </a:defRPr>
            </a:pPr>
            <a:r>
              <a:rPr sz="1425" b="1">
                <a:solidFill>
                  <a:srgbClr val="1B7F5A"/>
                </a:solidFill>
              </a:rPr>
              <a:t>Puntaje final = 40 % méritos + 60 % promedio de examen</a:t>
            </a:r>
          </a:p>
        </p:txBody>
      </p:sp>
    </p:spTree>
    <p:extLst>
      <p:ext uri="{BB962C8B-B14F-4D97-AF65-F5344CB8AC3E}">
        <p14:creationId xmlns:p14="http://schemas.microsoft.com/office/powerpoint/2010/main" val="20190140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114A9B-BE67-4672-8A00-49BC6904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5F5F0-EF9D-4920-B78D-CCF04BD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 institucional anterior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E3D1F-7963-4D47-9745-172FD464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10674-543B-48AB-8D05-52C3961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6307F-C337-40D7-B8D4-D905B6F6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770F0-3FC0-4A85-8FBB-80036A87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ECBC9-6DD2-4D99-A8B3-09129B7F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809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ACD3D-ED4D-4E7C-9757-48695E5A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FD354E-D940-4FEC-A30D-4C775EC7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81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envió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C9431-559B-4C31-BF03-D57ECDE4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811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AYUDA[] y LISCON["*"]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D9FD3-95E6-494C-AC30-EB264382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AB177-A56A-49AF-9D59-7C57D959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9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3355E-2DD3-415A-B9B5-E667855F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F60E3-5AD1-40E5-885F-2A9C2FEF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Java procesó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EE7850-B024-4B55-9846-0F7E0131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Identificó UID nuevos y consultó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59DCA-F838-47D5-86D2-FA5144F0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A4B01-D6DB-4410-A9CD-792965E9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10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7D453-2D5C-4FF7-9E3D-3263FB15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384D95-2909-44C2-B3DD-667B36C6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81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Tecnoweb respondió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5F79B-D3F3-40E3-A647-5D8AD04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ÉXITO - Orden procesada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B65F26-2556-4C95-911D-9AD7A3ED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AAB437-6D0D-4D7D-94FE-95D272B0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16634-B0E6-4F4C-8587-5440A455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03C189-28A8-4665-826D-4E961023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81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recibió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CDFB6B-D704-4EC7-ABBD-44E56881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815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Catálogo de órdenes y Sin resultados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146365-DBB2-4020-A4EB-CE0872FC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B7F5A"/>
                </a:solidFill>
              </a:defRPr>
            </a:pPr>
            <a:r>
              <a:rPr sz="1350" b="1">
                <a:solidFill>
                  <a:srgbClr val="1B7F5A"/>
                </a:solidFill>
              </a:rPr>
              <a:t>Resultado comprobado el 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9656840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3516A8-5003-450E-847A-AFBA726C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184FD-2FF7-4F63-A2D9-7F184C0F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Pruebas y actualización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790B9-2668-4357-AB19-F4C990EF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523A9-188B-4167-BD13-0F886B9C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F3A46-B567-41B2-BDB3-25FC9CC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78690-1772-47C0-BCD0-B223DC2E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7785F-C8BA-4BDE-B726-042D63A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409D9-CEFF-449E-B794-B04653F0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Recorrido local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9238A-E5FD-4492-843D-CF2E4E28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Verificamos los ocho casos de uso con PostgreSQL 15 aislado y confirmaciones.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5DA54-A87A-4D5A-A572-9028B5A1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99661-140D-4CA2-903B-F0EBEEBE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58C9D-9130-4612-8CAE-69272A01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Actualización institucional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E349E-2DAF-433F-B1BB-B6506910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Pendiente aplicar la migración y reiniciar el servicio con las credenciales del grupo.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04ACF-1C11-4BFE-B4EB-C7900B6A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E3F74-C518-41B3-8B95-105618B8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F9684-921E-41A2-BCDD-AE46A55F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Primera 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4BB9D-D8F4-42CC-BB1A-AB0D3262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Gmail clasificó el remitente nuevo como Spam. La entrega no falló.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FE111-5C9C-41CC-B81C-685E45A8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78C0C5-6871-4363-B0CF-72360FA6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C3989-AE56-4764-9A36-43E3EC5B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Identidad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7791B1-B1A4-4966-93AC-B2DAE34F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 09 SA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grupo09sa@tecnoweb.org.bo</a:t>
            </a:r>
          </a:p>
        </p:txBody>
      </p:sp>
    </p:spTree>
    <p:extLst>
      <p:ext uri="{BB962C8B-B14F-4D97-AF65-F5344CB8AC3E}">
        <p14:creationId xmlns:p14="http://schemas.microsoft.com/office/powerpoint/2010/main" val="13735858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C4C34-153B-4F7F-BEA3-6BE6BFC7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5978E-FF57-4EDD-A7C4-31A6362B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Errores y caídas controladas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B7622-A15F-4A8B-915A-6196C825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B055C-A073-4EEE-93D3-9D7C3AC6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06413-657C-41E2-ABE4-C75096AC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D6DD7B-D284-4D32-A402-97E7514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9DDAD-C269-44B1-95BA-D8FC139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Letra, NaN o dato fuera de rango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71FE5-CF7B-459F-8354-18319C7C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Rechaza la orden antes de ejecutar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D5A70-31D9-480B-ACE2-B08EFD78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3BE86-8E06-4F19-A410-C9E03EA2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PostgreSQL fuera de línea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6C232-466C-4936-9872-342BC910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Conserva el correo y reintenta con espera creciente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31D81-0A40-4710-9412-2B0D4455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B2BCBE-2786-4E2A-8628-DF9D0E3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Dos instancias activas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5D2E6A-A85C-4595-9867-D7655406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PostgreSQL concede el procesamiento a una sola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820375-664C-4052-AA8E-F8BB010E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81EDE5-CBF9-45E0-8893-97C7988F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Correo repetido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CC213C-B91E-45B1-8502-AA44C752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012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El identificador evita ejecutar dos veces la operación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85A778-175A-4DC9-B9D8-92F6E2BC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57875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7365D"/>
                </a:solidFill>
              </a:defRPr>
            </a:pPr>
            <a:r>
              <a:rPr sz="1350" b="1">
                <a:solidFill>
                  <a:srgbClr val="17365D"/>
                </a:solidFill>
              </a:rPr>
              <a:t>44 pruebas automatizadas aprobadas en Windows con PostgreSQL 15 local.</a:t>
            </a:r>
          </a:p>
        </p:txBody>
      </p:sp>
    </p:spTree>
    <p:extLst>
      <p:ext uri="{BB962C8B-B14F-4D97-AF65-F5344CB8AC3E}">
        <p14:creationId xmlns:p14="http://schemas.microsoft.com/office/powerpoint/2010/main" val="10910025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28401-136F-470A-9EDB-244B3461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87C48-1CFF-44E6-9257-F2B3D0D3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Conclusión y defensa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B1768-FF92-4819-A590-7DB78065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23A35-297C-4926-B594-1B721A9C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75987-0F22-4DEE-983B-6A17D08E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83E2BF-FADD-443F-BC43-079AF39F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El sistema cumple el ciclo y se recupera de cortes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CBD83-57C3-4D94-ABC3-33839BA0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correo entrante  ›  validación  ›  PostgreSQL  ›  respuesta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74198-7519-4A81-99CD-6D67DEC2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2AE05D-B677-4931-8973-116440F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B8828-F469-4965-999D-C6386666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Defensa de 15 a 20 minutos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0B69D-7203-4700-9EA7-CB3CE67D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1. Explicar el asunto y CONFIRMAR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2. Iniciar el servicio Java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3. Mostrar consultas y cambios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4. Mostrar cola y auditoría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B67C5-D9D7-4150-AF6E-F242CFA3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1DE34-3D0D-4A30-9032-A779801F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AF1C5-D7FC-44AC-B272-E893153E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Resistencia y entrega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1D6172-A226-408B-9AA4-E8FEEFC5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Confirmación por correo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Cola durable y reintentos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Scripts Windows y Linux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Informe, presentación y código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ZIP y TAR.GZ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53E6F-D993-4A3D-AFE5-7FE2E43B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055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Grupo 09 SA</a:t>
            </a:r>
          </a:p>
        </p:txBody>
      </p:sp>
    </p:spTree>
    <p:extLst>
      <p:ext uri="{BB962C8B-B14F-4D97-AF65-F5344CB8AC3E}">
        <p14:creationId xmlns:p14="http://schemas.microsoft.com/office/powerpoint/2010/main" val="4165322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2026-10-13T03:47:24.2940000Z</dcterms:created>
  <dcterms:modified xsi:type="dcterms:W3CDTF">2026-10-13T03:47:24.2940000Z</dcterms:modified>
</coreProperties>
</file>