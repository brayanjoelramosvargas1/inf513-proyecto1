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7e2e9baad0442c" /><Relationship Type="http://schemas.openxmlformats.org/officeDocument/2006/relationships/extended-properties" Target="/docProps/app.xml" Id="Rf760899bf9084af4" /><Relationship Type="http://schemas.openxmlformats.org/officeDocument/2006/relationships/officeDocument" Target="/ppt/presentation.xml" Id="Rca50327cced640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6872b7830241ff"/>
  </p:sldMasterIdLst>
  <p:notesMasterIdLst>
    <p:notesMasterId xmlns:r="http://schemas.openxmlformats.org/officeDocument/2006/relationships" r:id="R8580fa7c7c84473f"/>
  </p:notesMasterIdLst>
  <p:sldIdLst>
    <p:sldId xmlns:r="http://schemas.openxmlformats.org/officeDocument/2006/relationships" id="256" r:id="R6d47736bad234681"/>
    <p:sldId xmlns:r="http://schemas.openxmlformats.org/officeDocument/2006/relationships" id="257" r:id="Rc3ef72e73acb4012"/>
    <p:sldId xmlns:r="http://schemas.openxmlformats.org/officeDocument/2006/relationships" id="258" r:id="R282a8075622041f9"/>
    <p:sldId xmlns:r="http://schemas.openxmlformats.org/officeDocument/2006/relationships" id="259" r:id="Ra30a9662a5b1494e"/>
    <p:sldId xmlns:r="http://schemas.openxmlformats.org/officeDocument/2006/relationships" id="260" r:id="R013ef88977824481"/>
    <p:sldId xmlns:r="http://schemas.openxmlformats.org/officeDocument/2006/relationships" id="261" r:id="R55c9d4e71b9b4090"/>
    <p:sldId xmlns:r="http://schemas.openxmlformats.org/officeDocument/2006/relationships" id="262" r:id="Rad0374df1b7f4b09"/>
    <p:sldId xmlns:r="http://schemas.openxmlformats.org/officeDocument/2006/relationships" id="263" r:id="R15ae765fc6c54cea"/>
    <p:sldId xmlns:r="http://schemas.openxmlformats.org/officeDocument/2006/relationships" id="264" r:id="R83b738cd9afb487e"/>
    <p:sldId xmlns:r="http://schemas.openxmlformats.org/officeDocument/2006/relationships" id="265" r:id="R1bc05ec5f3224e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795fb9b88b4ff2" /><Relationship Type="http://schemas.openxmlformats.org/officeDocument/2006/relationships/slideMaster" Target="/ppt/slideMasters/slideMaster1.xml" Id="R066872b7830241ff" /><Relationship Type="http://schemas.openxmlformats.org/officeDocument/2006/relationships/notesMaster" Target="/ppt/notesMasters/notesMaster1.xml" Id="R8580fa7c7c84473f" /><Relationship Type="http://schemas.openxmlformats.org/officeDocument/2006/relationships/presProps" Target="/ppt/presProps.xml" Id="R05f3f6bb7d48495b" /><Relationship Type="http://schemas.openxmlformats.org/officeDocument/2006/relationships/tableStyles" Target="/ppt/tableStyles.xml" Id="Rcb104734fad946ca" /><Relationship Type="http://schemas.openxmlformats.org/officeDocument/2006/relationships/slide" Target="/ppt/slides/slide1.xml" Id="R6d47736bad234681" /><Relationship Type="http://schemas.openxmlformats.org/officeDocument/2006/relationships/slide" Target="/ppt/slides/slide2.xml" Id="Rc3ef72e73acb4012" /><Relationship Type="http://schemas.openxmlformats.org/officeDocument/2006/relationships/slide" Target="/ppt/slides/slide3.xml" Id="R282a8075622041f9" /><Relationship Type="http://schemas.openxmlformats.org/officeDocument/2006/relationships/slide" Target="/ppt/slides/slide4.xml" Id="Ra30a9662a5b1494e" /><Relationship Type="http://schemas.openxmlformats.org/officeDocument/2006/relationships/slide" Target="/ppt/slides/slide5.xml" Id="R013ef88977824481" /><Relationship Type="http://schemas.openxmlformats.org/officeDocument/2006/relationships/slide" Target="/ppt/slides/slide6.xml" Id="R55c9d4e71b9b4090" /><Relationship Type="http://schemas.openxmlformats.org/officeDocument/2006/relationships/slide" Target="/ppt/slides/slide7.xml" Id="Rad0374df1b7f4b09" /><Relationship Type="http://schemas.openxmlformats.org/officeDocument/2006/relationships/slide" Target="/ppt/slides/slide8.xml" Id="R15ae765fc6c54cea" /><Relationship Type="http://schemas.openxmlformats.org/officeDocument/2006/relationships/slide" Target="/ppt/slides/slide9.xml" Id="R83b738cd9afb487e" /><Relationship Type="http://schemas.openxmlformats.org/officeDocument/2006/relationships/slide" Target="/ppt/slides/slide10.xml" Id="R1bc05ec5f3224e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1f62d87ce645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acbf3e6e3e435f" /><Relationship Type="http://schemas.openxmlformats.org/officeDocument/2006/relationships/notesMaster" Target="/ppt/notesMasters/notesMaster1.xml" Id="R2525a8488d1c4d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3ccdb628514488" /><Relationship Type="http://schemas.openxmlformats.org/officeDocument/2006/relationships/notesMaster" Target="/ppt/notesMasters/notesMaster1.xml" Id="R71e17e54544847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4f96dc4fe14d8d" /><Relationship Type="http://schemas.openxmlformats.org/officeDocument/2006/relationships/notesMaster" Target="/ppt/notesMasters/notesMaster1.xml" Id="Rba968be5433542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168b39d4964083" /><Relationship Type="http://schemas.openxmlformats.org/officeDocument/2006/relationships/notesMaster" Target="/ppt/notesMasters/notesMaster1.xml" Id="R00ab60f9ebad43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9ed7a8989246c2" /><Relationship Type="http://schemas.openxmlformats.org/officeDocument/2006/relationships/notesMaster" Target="/ppt/notesMasters/notesMaster1.xml" Id="R27f67c0cf5c04c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f98658489245b9" /><Relationship Type="http://schemas.openxmlformats.org/officeDocument/2006/relationships/notesMaster" Target="/ppt/notesMasters/notesMaster1.xml" Id="Rf8fc0d1e56c34d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031da0bec74f02" /><Relationship Type="http://schemas.openxmlformats.org/officeDocument/2006/relationships/notesMaster" Target="/ppt/notesMasters/notesMaster1.xml" Id="R6adfaff29b194e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6c047da3cd4978" /><Relationship Type="http://schemas.openxmlformats.org/officeDocument/2006/relationships/notesMaster" Target="/ppt/notesMasters/notesMaster1.xml" Id="Rc5391a0398764f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83a2a4a3fc4f9c" /><Relationship Type="http://schemas.openxmlformats.org/officeDocument/2006/relationships/notesMaster" Target="/ppt/notesMasters/notesMaster1.xml" Id="Rc6425d09072640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9df107755e49d3" /><Relationship Type="http://schemas.openxmlformats.org/officeDocument/2006/relationships/notesMaster" Target="/ppt/notesMasters/notesMaster1.xml" Id="R96b3db5ac07047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1091b12a3f48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1d573d5874a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c97954e80349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eb95e914284f0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67aae97d945e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e41f9274c44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E04EB8-FC28-4AA4-BBCD-D0A51A9279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EA61950-467C-4514-902A-53447A7E22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AAD203C-1F1D-4F25-B8C8-379F0A869D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05E63F-8E40-4B32-93B2-E618DE04D5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6D199AD-EA2A-4740-9693-98E0D4BD96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3458DEC-04B7-40E9-B431-D47FDC9D88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006D41-6463-413F-9655-3CA2D8AB4D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490181-C331-455D-A473-B8CB2D0C36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E14EE39-C2F3-42E0-8808-D3CFF68888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C5825C-5C55-4152-9D77-F088319D0E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86530c5b1c43b2" /><Relationship Type="http://schemas.openxmlformats.org/officeDocument/2006/relationships/slideLayout" Target="/ppt/slideLayouts/slideLayout1.xml" Id="Rce662ff308d342db" /><Relationship Type="http://schemas.openxmlformats.org/officeDocument/2006/relationships/slideLayout" Target="/ppt/slideLayouts/slideLayout2.xml" Id="R9023993254e94013" /><Relationship Type="http://schemas.openxmlformats.org/officeDocument/2006/relationships/slideLayout" Target="/ppt/slideLayouts/slideLayout3.xml" Id="R11d841e0ed534b3d" /><Relationship Type="http://schemas.openxmlformats.org/officeDocument/2006/relationships/slideLayout" Target="/ppt/slideLayouts/slideLayout4.xml" Id="R22af9a892e0146d5" /><Relationship Type="http://schemas.openxmlformats.org/officeDocument/2006/relationships/slideLayout" Target="/ppt/slideLayouts/slideLayout5.xml" Id="R4a3b18c936e54826" /><Relationship Type="http://schemas.openxmlformats.org/officeDocument/2006/relationships/slideLayout" Target="/ppt/slideLayouts/slideLayout6.xml" Id="Ree22d68525f94f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662ff308d342db"/>
    <p:sldLayoutId xmlns:r="http://schemas.openxmlformats.org/officeDocument/2006/relationships" id="2147483650" r:id="R9023993254e94013"/>
    <p:sldLayoutId xmlns:r="http://schemas.openxmlformats.org/officeDocument/2006/relationships" id="2147483651" r:id="R11d841e0ed534b3d"/>
    <p:sldLayoutId xmlns:r="http://schemas.openxmlformats.org/officeDocument/2006/relationships" id="2147483652" r:id="R22af9a892e0146d5"/>
    <p:sldLayoutId xmlns:r="http://schemas.openxmlformats.org/officeDocument/2006/relationships" id="2147483653" r:id="R4a3b18c936e54826"/>
    <p:sldLayoutId xmlns:r="http://schemas.openxmlformats.org/officeDocument/2006/relationships" id="2147483654" r:id="Ree22d68525f94f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36664edb84217" /><Relationship Type="http://schemas.openxmlformats.org/officeDocument/2006/relationships/notesSlide" Target="/ppt/notesSlides/notesSlide1.xml" Id="Rd1d9d652dc7c46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0b8d2ae878453f" /><Relationship Type="http://schemas.openxmlformats.org/officeDocument/2006/relationships/notesSlide" Target="/ppt/notesSlides/notesSlide2.xml" Id="Rd263829d647842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2e578707664da7" /><Relationship Type="http://schemas.openxmlformats.org/officeDocument/2006/relationships/notesSlide" Target="/ppt/notesSlides/notesSlide3.xml" Id="R343d71b36a2b49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a35a563f084cbf" /><Relationship Type="http://schemas.openxmlformats.org/officeDocument/2006/relationships/notesSlide" Target="/ppt/notesSlides/notesSlide4.xml" Id="R54307e84d5b24c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922e49d6b64af1" /><Relationship Type="http://schemas.openxmlformats.org/officeDocument/2006/relationships/notesSlide" Target="/ppt/notesSlides/notesSlide5.xml" Id="Rcf1ae12199a94d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42472eea354c2d" /><Relationship Type="http://schemas.openxmlformats.org/officeDocument/2006/relationships/notesSlide" Target="/ppt/notesSlides/notesSlide6.xml" Id="R5e3a4b5506334f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c8a567e0b4be9" /><Relationship Type="http://schemas.openxmlformats.org/officeDocument/2006/relationships/notesSlide" Target="/ppt/notesSlides/notesSlide7.xml" Id="R5a624b4683b34c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840694cb664eea" /><Relationship Type="http://schemas.openxmlformats.org/officeDocument/2006/relationships/notesSlide" Target="/ppt/notesSlides/notesSlide8.xml" Id="Rd29966a81eae41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d7d33af20e4e32" /><Relationship Type="http://schemas.openxmlformats.org/officeDocument/2006/relationships/notesSlide" Target="/ppt/notesSlides/notesSlide9.xml" Id="R07383a3471ec48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42e69d63004884" /><Relationship Type="http://schemas.openxmlformats.org/officeDocument/2006/relationships/notesSlide" Target="/ppt/notesSlides/notesSlide10.xml" Id="R58d12f90f89345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87C03B-568D-4A09-AE04-4BD667B8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AF614-A14B-471C-BCB2-C446D48F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C60B4-B459-4A61-98D7-15CD7F7A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|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E0D15-2CA3-477C-BE28-92C82A4F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BD320-C2C3-4B07-842C-6C21C66D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8CED3-E03E-4163-8FCB-3B1607D8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F6AA8-4C4C-4B59-BD7D-F99DF94A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43343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1AD39-0C80-4C82-B82F-75B251F1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74BE7-1DDD-4DD0-9124-0EEE714F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7BFD60-87EA-4C05-9332-6D0BEDA1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84123-90DF-48CD-B2AF-9139E2E1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E219-2EFB-40A3-863F-98E047E4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5D217-CF17-4047-AC53-09B11127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82861-1A75-48BC-BBD7-875BC8FC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991A2-66B4-41D0-B427-1981F2BD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E32D4-B19E-4CF6-869E-74827679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3C8BD-24B9-4408-B999-2C4B77BD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F9AFB-434A-48AB-9073-9C4C8F4C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AD6C4-14AE-4844-8099-EB44E409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3DE1C6-D693-4FC4-BE6E-39563009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el comando, los parámetros y el rol antes de ejecutar 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6A2E7-006B-4073-B215-B06A80D3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99286-508E-455D-9648-82DE45F5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8D5327-8901-45F3-8694-AFD28436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3CB57-AB4D-4765-AA6F-2B668373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875B0-4D1D-4AEF-B7B8-1CADF013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EAA3A-9FDD-43F8-A03D-6BB24D26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80B28-A5F6-4AF1-A98B-10E9F3D7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5B684C-6435-48A8-A8BC-A6AAF4B8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12938872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A20B6B-5284-4552-A810-739C3ED1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1B94C-05C4-4A97-9A7B-41095EF2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981BC-0BDD-4DEA-9F5B-6EBEC7ED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73F7C-2C91-4865-8A58-8E775525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217EC-E718-4E50-BBA8-BA5508F9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8FABA-4AC6-4BD3-81CC-EB5FF295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892F5-239C-4064-9036-89A6FF61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E9B3E-42D1-4E6E-BDE7-19CA1581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CCC89-AEBE-4AE6-8398-C7E7A394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980DD-A5C3-41D4-AC5B-56E5F2C2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D3527-CD4B-4A60-859A-899393C3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0F6E9-24E7-4AB8-A579-7AFAD38E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C35FB-7F17-441E-B04A-D508E773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D7897-79A8-4308-A325-79316059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E1129-649C-407D-A11C-55EF2893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 HTTPS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8CB73-BFDB-48BF-B693-7E91F18B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Lectura cifrada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DB0CDD-FFA5-4112-A54D-6B663579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D1A792-D2E5-4959-94E2-5330BF53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CBA16-E9EF-43C2-8B6B-69DCB987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475683-CE05-48D7-AE9A-E64843A3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78D946-78DB-4038-A74D-7D508DAD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65B0D7-7408-4478-ABFC-81F1AF55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permisos y reglas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B5C546-475D-4283-80B9-E684453A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BC4B6-90EE-4417-9943-39625023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2D8358-C0E3-4996-839C-EC2C9D46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D1F787-A0A4-4CCD-A31C-972CC91C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37C9CB-D7A5-41B8-9565-A0B3C51C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388B30-B13D-4AD1-81B1-EC8D2EBD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8C8A98-4E9F-4FBD-AF4C-F11036B4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581D20-4B26-478A-9715-C5A48BEA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53B76-F4F6-4F31-8FB4-7BB045AA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D9F3D0-B0AD-4366-91EB-7A8561EE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480633-83BC-4E51-999A-F2A6E997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037D0C-6E71-4279-8D4C-5F47E309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61DD27-A395-4DD3-BF20-616C5179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UIDL de cada correo queda almacenado para impedir respuestas duplicadas.</a:t>
            </a:r>
          </a:p>
        </p:txBody>
      </p:sp>
    </p:spTree>
    <p:extLst>
      <p:ext uri="{BB962C8B-B14F-4D97-AF65-F5344CB8AC3E}">
        <p14:creationId xmlns:p14="http://schemas.microsoft.com/office/powerpoint/2010/main" val="15095393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102B5A-6976-477C-8869-FDED7F27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D82B1-115F-4503-B831-5B517554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1DAF0-D738-4DFA-B2D4-F56CDB8B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4256E-5312-4B58-B4F4-50F5196F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685B9-4E11-470B-8F97-B17800D0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B418E-DD44-4D5F-B11C-6CF18250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BBADB-1D9D-4F39-A474-7F9BEEEA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90BDC3-6C4A-437E-8A5F-80121E5F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D7FC9-7BBF-4D06-BD10-5A3798BF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0F1DFA-D512-44AE-97AB-29CFCE36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A53BA-C29B-4805-BC96-EA8C6DF9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CF80B-BD06-4143-BF2F-3610C2AC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BC127-A624-45F3-A18E-B8D7AF7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7840D-B584-4788-8A99-EF0E59B1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66795-1A87-4691-9A69-4144F928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A1510-1866-4F3B-8FFC-DFD32E4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84106-BB8E-4DF1-B08F-103C6335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A6C76A-54DD-4A61-BAA5-CC0CA32E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0BCA3-4F3B-40CC-87E0-5DA662B6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127364-B064-425A-81DA-C75AC536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AED4D1-B311-4AF5-9192-15E74A93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5D8717-EC6B-4B09-B780-C5718770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4D0D1-9729-4FEC-BA69-A11FF0D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6C9CAD-8486-41F8-B309-C11CCA91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6FC428-40A1-43E0-B951-ED02F959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3AE7E3-4F29-4411-87B7-5B4C7584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882F5-64E7-46B8-B3DC-10D5DE37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C85EDD-E68F-4004-B8D9-DE1E257F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233884-C7C6-4DC9-A92F-D7335923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5F1CDE-CA31-479D-BC05-5C80CCB7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052EFA-C4B4-40D3-B64C-B84E42E6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B44D76-A3E2-4EC7-A650-C00217A1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9ECD61-DEEB-4851-AC16-910B0992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F16FB8-8721-4010-A617-8E0A085B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5B2AF4-A179-4C70-9EDB-3B2BA42B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83DC96-95B5-487D-B168-9D6DA8CE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B7C21E-8AFD-4F5A-8197-3FA40067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1971407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555E8-2310-43B7-9DB3-882F40EB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89914-9802-4B73-BC11-1FC3504A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F7224-A6C4-4E05-9B83-844C2776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F45AB-8850-43FD-9ACD-CA765B5D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1F47F-56DB-4F3C-97FC-182FEDF3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3C3AB-455C-483E-B8CD-1079D55D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926D6-ABE2-477F-8B2A-A5FF7D0D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950129-476A-4A48-9AE7-B300D89F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951EC7-C236-4BE6-B9D0-E1B6608B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A72E6-1738-4201-A255-82A5B6CD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39AAE-C6F9-4E29-A628-7168E493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F136EB-1D8E-47AD-A7CB-2671195F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79CAC-A540-4419-9EC9-0E6B171B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AE801-19D2-431C-B3D1-33E5F395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C4FE2-C61C-42E1-9754-EE6C9DE7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13EA5-D328-4DAF-BE3C-6D4AFAEF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EA95B8-7941-45CF-87CF-E9177835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DECANO, VICEDECANO, EVALUADOR y POSTULANTE. Las operaciones privadas verifican el correo activo.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9565B3-A005-4D7A-8DC8-9B9002D8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Las credenciales se cargan mediante variables de entorno y no forman parte del código.</a:t>
            </a:r>
          </a:p>
        </p:txBody>
      </p:sp>
    </p:spTree>
    <p:extLst>
      <p:ext uri="{BB962C8B-B14F-4D97-AF65-F5344CB8AC3E}">
        <p14:creationId xmlns:p14="http://schemas.microsoft.com/office/powerpoint/2010/main" val="4845402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F67A6-17C1-4E07-8742-50AEC074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8BAC6C-8BEA-4215-93C7-BFEC447D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72C1E-DD34-4F88-8335-4B7F4BF5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57774-14D1-4E93-A966-1030CC35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60E9A-0985-49C4-8029-F0005178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08C9E-4ADC-4AE3-ADFC-0377B5D4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9F22B-363D-47DF-B54F-289307A0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4079B-3FDD-4954-AE90-0FF8BF1B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9B9D9-7C43-4BBE-9D96-C6BE9A9F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A5551-87EF-4CCB-BB80-3FD9E467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FAC29-E332-45EE-B1C4-E4DFB7B6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8B2B4-8087-4BC6-A95C-4EF09001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46981C-707D-4486-97B5-F5B07C80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6CA2B-F4C2-4342-A67B-538DC2B8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4FA6C3-190B-45E0-B427-16BE1FFC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C08D0-A568-4AD5-9DE4-416C11B8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1D3B3-990A-4B2E-A169-B857B3C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D8C66C-DBA6-4331-AF52-77BE965D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F54693-3D6F-4E17-805D-2B7CA180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8F3323-0BB7-4343-ADCE-48478FFC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F25944-3D90-4AEA-B881-635F87FA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31F7C8-FE23-4418-95B0-F7617CA1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E18976-0876-40FD-BE8C-7289B8AD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81C471-0CC4-4F76-85C1-8B3830DF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62AE24-9C5D-4A5C-87A0-273CA486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404B4B-F60E-4ED5-A75F-B8D08E58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BA8AED-BD43-4707-B923-03201FF2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4722887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EE1C6D-85D7-41D1-8A17-2A7B5ED7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F09CE-9277-4479-9341-E45C28C6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integral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55FAB-D16A-4F0A-9F34-FC660989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8E5F1-31A8-4394-BEDE-1FC58445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C3452-556B-41AF-8E44-54197D93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64D8E-6EFF-41C9-9D54-59269D20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CC875-203E-4DB7-8ABD-DC52F39E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573E6-F4E5-45ED-B932-C00896A9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D9141-1732-435D-BA49-0CB7EC1A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A63A9-452F-4460-9C5B-EC07E030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998DA-656D-470B-A2D1-8E9CAD3F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42A1E-031E-4EEF-9C9B-B819C96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73252-3678-4317-9311-6F0CA60E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5EE5D-34D9-4444-980F-B679E296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72A7D-6E19-497F-B847-8D9BD1DB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C0D0A9-CF78-485C-BD0E-E5DB0DA9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A6AA0-6770-4653-A91C-E5040108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B32E8-7A93-4E69-979B-4E6E869C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7109D-2330-4F7B-9980-AB336122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45BB5E-727E-4FAD-9DAF-75FD1C82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A85B0-7EEB-4083-A61A-ED22E82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82B86F-725D-4461-A19C-332EA290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FB2B0-9F7B-4495-95E4-DA2C6B8E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BA9053-6031-49C7-BCD4-3CB9BDBE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7EBE48-78B8-4796-A96B-67064AEC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334E68-09BB-4D00-B338-5990E246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6800424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210975-4D5F-496C-97D0-C6BD4530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55F9C-6A45-4882-B9C7-417C39A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Resultados y observaciones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CAFDC-8B9E-4754-96F2-98790073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4EAD5-6002-4F30-BFBF-6FACBE47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73C3E-86A7-46DF-91D6-FE7D262E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E4158-1BCB-4942-90B5-D92A7B6A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46184-650E-44D2-AC6F-A23DC8A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EA51E-2BEC-415A-879E-33B2FD8E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Consulta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78468-FEDB-4B14-80EB-FB7F73FC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LISCON["*"] ejecutó el SELECT remoto y respondió “Sin resultados”.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5D1167-8F01-4E91-BFF0-69E7407A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0F9E0-0E8B-45D7-BE51-7788BD85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C1D0C-8DAD-4DAF-8249-68F48DCB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Entrega externa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8C2EC9-4F14-46BF-9F64-BA80B46B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 respuesta llegó al Gmail utilizado para la 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9CBC3-9AF4-4944-A037-2F6C3AB4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553E2-A9E0-4C29-9CCF-B7461016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F3DFC-92C9-4D5F-B659-410CB0DF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B91CA-9562-498C-B1BB-D258A119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6ACFD-8F70-4A93-85DF-407CA5EF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0AEF6-FFB9-4310-BBD7-EC27D2F8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FADF8E-7EC7-4308-9D70-CA3A7AFB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B88493-726F-4259-921F-930A10CB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17511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97EB6-0935-484B-8A76-AD4FE081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D31EC-4D2C-4DED-BA9A-ABAB15FB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9AEB4-AB77-44D5-915F-5998BC36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8BF52-83B4-4E87-9056-3210AB2F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08208-F0B3-466B-BF59-BCE2E00C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D87EF-05A6-43DE-92FE-C258E826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EB4DE-512E-48D3-B544-4ECE4A17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Letra, NaN o dato fuera de rango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9123C-FD74-497A-9310-3F7E9FFF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antes de ejecutar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56676-F140-4FDB-94BE-FA91E0D1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AA7F4-04B9-4D4F-A060-C433EC3D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F6D857-94EF-4CA6-96F2-95F6AEE7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2BE74-DA96-4263-8CED-2EDB3217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B1A66-F6A0-4A36-BA49-9A8CF515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Dos instancias activas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068352-00D1-4EDB-9F03-A75D45E6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PostgreSQL concede el procesamiento a una sola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85886-803C-41D7-8DE4-5F1AECE0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2630A-7E2F-42E2-9C88-B0FB1638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C48B8-272C-4CED-A5E2-1FF357DA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C9ABDD-E407-49D5-9843-ED633E19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7365D"/>
                </a:solidFill>
              </a:defRPr>
            </a:pPr>
            <a:r>
              <a:rPr sz="1350" b="1">
                <a:solidFill>
                  <a:srgbClr val="17365D"/>
                </a:solidFill>
              </a:rPr>
              <a:t>18 pruebas automatizadas y 1.000.000 de asuntos aleatorios. Java y PostgreSQL validan rangos.</a:t>
            </a:r>
          </a:p>
        </p:txBody>
      </p:sp>
    </p:spTree>
    <p:extLst>
      <p:ext uri="{BB962C8B-B14F-4D97-AF65-F5344CB8AC3E}">
        <p14:creationId xmlns:p14="http://schemas.microsoft.com/office/powerpoint/2010/main" val="1412230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03E61-80BF-4BAD-819B-144A2249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F9F5D-563C-48B1-AB3B-A9552C85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5F3FD-881B-476D-BC98-6B889252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522A2-41BE-45C9-BA87-235A074C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59A0B-8F08-4386-9CEB-E74797D4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CF64A-1855-4343-ADE8-529EC2E0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9242E2-ED11-423F-9554-6DB85324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A8565-33C6-40C1-B008-1D979266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576BCA-C6A5-4B67-AAFA-F54D3899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82677-3239-4DE8-B789-0170BC31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F83A25-3C52-46C9-9C72-03A51821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formato del asunto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en Windows o Fedora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Enviar AYUDA y una consulta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cola, reintentos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6452B7-EDDF-4804-9203-B6268F24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AE692-426F-44FB-81BA-03CDB94E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AFC27F-A073-48CC-8D30-73731012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E5E72-F195-48F1-A893-73B01A40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e idempotencia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Reintentos con límite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PUDS, presentación y código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E2CA44-F6DC-4EE1-8D9A-E18D101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13525831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2026-10-12T18:17:33.8530000Z</dcterms:created>
  <dcterms:modified xsi:type="dcterms:W3CDTF">2026-10-12T18:17:33.8530000Z</dcterms:modified>
</coreProperties>
</file>