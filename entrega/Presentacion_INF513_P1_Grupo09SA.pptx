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db5476274342c0" /><Relationship Type="http://schemas.openxmlformats.org/officeDocument/2006/relationships/extended-properties" Target="/docProps/app.xml" Id="R3c8411cee9404de6" /><Relationship Type="http://schemas.openxmlformats.org/officeDocument/2006/relationships/officeDocument" Target="/ppt/presentation.xml" Id="R4cd928a67331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17ce7c3c434844"/>
  </p:sldMasterIdLst>
  <p:notesMasterIdLst>
    <p:notesMasterId xmlns:r="http://schemas.openxmlformats.org/officeDocument/2006/relationships" r:id="Rf5bc71f68c514403"/>
  </p:notesMasterIdLst>
  <p:sldIdLst>
    <p:sldId xmlns:r="http://schemas.openxmlformats.org/officeDocument/2006/relationships" id="256" r:id="Rf21bca018b424a3d"/>
    <p:sldId xmlns:r="http://schemas.openxmlformats.org/officeDocument/2006/relationships" id="257" r:id="R673c47f8b81b4f6d"/>
    <p:sldId xmlns:r="http://schemas.openxmlformats.org/officeDocument/2006/relationships" id="258" r:id="Rb5a429d4ea48467f"/>
    <p:sldId xmlns:r="http://schemas.openxmlformats.org/officeDocument/2006/relationships" id="259" r:id="R80272860448747c0"/>
    <p:sldId xmlns:r="http://schemas.openxmlformats.org/officeDocument/2006/relationships" id="260" r:id="R45d687d142d74d85"/>
    <p:sldId xmlns:r="http://schemas.openxmlformats.org/officeDocument/2006/relationships" id="261" r:id="R504b662e8e8242c6"/>
    <p:sldId xmlns:r="http://schemas.openxmlformats.org/officeDocument/2006/relationships" id="262" r:id="Raabe08925980494b"/>
    <p:sldId xmlns:r="http://schemas.openxmlformats.org/officeDocument/2006/relationships" id="263" r:id="Rdbe5e2f95419456c"/>
    <p:sldId xmlns:r="http://schemas.openxmlformats.org/officeDocument/2006/relationships" id="264" r:id="Re9518aa1cb434295"/>
    <p:sldId xmlns:r="http://schemas.openxmlformats.org/officeDocument/2006/relationships" id="265" r:id="R1ea8f75785604a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a68c8d9e99428c" /><Relationship Type="http://schemas.openxmlformats.org/officeDocument/2006/relationships/slideMaster" Target="/ppt/slideMasters/slideMaster1.xml" Id="Re817ce7c3c434844" /><Relationship Type="http://schemas.openxmlformats.org/officeDocument/2006/relationships/notesMaster" Target="/ppt/notesMasters/notesMaster1.xml" Id="Rf5bc71f68c514403" /><Relationship Type="http://schemas.openxmlformats.org/officeDocument/2006/relationships/presProps" Target="/ppt/presProps.xml" Id="Rf932b09b6f044530" /><Relationship Type="http://schemas.openxmlformats.org/officeDocument/2006/relationships/tableStyles" Target="/ppt/tableStyles.xml" Id="R72133d15410d4307" /><Relationship Type="http://schemas.openxmlformats.org/officeDocument/2006/relationships/slide" Target="/ppt/slides/slide1.xml" Id="Rf21bca018b424a3d" /><Relationship Type="http://schemas.openxmlformats.org/officeDocument/2006/relationships/slide" Target="/ppt/slides/slide2.xml" Id="R673c47f8b81b4f6d" /><Relationship Type="http://schemas.openxmlformats.org/officeDocument/2006/relationships/slide" Target="/ppt/slides/slide3.xml" Id="Rb5a429d4ea48467f" /><Relationship Type="http://schemas.openxmlformats.org/officeDocument/2006/relationships/slide" Target="/ppt/slides/slide4.xml" Id="R80272860448747c0" /><Relationship Type="http://schemas.openxmlformats.org/officeDocument/2006/relationships/slide" Target="/ppt/slides/slide5.xml" Id="R45d687d142d74d85" /><Relationship Type="http://schemas.openxmlformats.org/officeDocument/2006/relationships/slide" Target="/ppt/slides/slide6.xml" Id="R504b662e8e8242c6" /><Relationship Type="http://schemas.openxmlformats.org/officeDocument/2006/relationships/slide" Target="/ppt/slides/slide7.xml" Id="Raabe08925980494b" /><Relationship Type="http://schemas.openxmlformats.org/officeDocument/2006/relationships/slide" Target="/ppt/slides/slide8.xml" Id="Rdbe5e2f95419456c" /><Relationship Type="http://schemas.openxmlformats.org/officeDocument/2006/relationships/slide" Target="/ppt/slides/slide9.xml" Id="Re9518aa1cb434295" /><Relationship Type="http://schemas.openxmlformats.org/officeDocument/2006/relationships/slide" Target="/ppt/slides/slide10.xml" Id="R1ea8f75785604a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3b02d16d146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1337c5e1a4e3b" /><Relationship Type="http://schemas.openxmlformats.org/officeDocument/2006/relationships/notesMaster" Target="/ppt/notesMasters/notesMaster1.xml" Id="R986746070a2e46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7dea75b7f3418d" /><Relationship Type="http://schemas.openxmlformats.org/officeDocument/2006/relationships/notesMaster" Target="/ppt/notesMasters/notesMaster1.xml" Id="R7a788148eb1b4c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0bd2dd1ee548a7" /><Relationship Type="http://schemas.openxmlformats.org/officeDocument/2006/relationships/notesMaster" Target="/ppt/notesMasters/notesMaster1.xml" Id="Re159417565f3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a0b357b0784f6a" /><Relationship Type="http://schemas.openxmlformats.org/officeDocument/2006/relationships/notesMaster" Target="/ppt/notesMasters/notesMaster1.xml" Id="Reee763b946a344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89412b6cc4994" /><Relationship Type="http://schemas.openxmlformats.org/officeDocument/2006/relationships/notesMaster" Target="/ppt/notesMasters/notesMaster1.xml" Id="Rdb0adfcc1d9e4f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6f769046645e4" /><Relationship Type="http://schemas.openxmlformats.org/officeDocument/2006/relationships/notesMaster" Target="/ppt/notesMasters/notesMaster1.xml" Id="R562f3d98243846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f2290abc9242e6" /><Relationship Type="http://schemas.openxmlformats.org/officeDocument/2006/relationships/notesMaster" Target="/ppt/notesMasters/notesMaster1.xml" Id="R48a51ef69c4a4e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ed09a425d24fca" /><Relationship Type="http://schemas.openxmlformats.org/officeDocument/2006/relationships/notesMaster" Target="/ppt/notesMasters/notesMaster1.xml" Id="R0a9a6bcc18364e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fde2616fcf487f" /><Relationship Type="http://schemas.openxmlformats.org/officeDocument/2006/relationships/notesMaster" Target="/ppt/notesMasters/notesMaster1.xml" Id="R1cc2c674c7604e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c969a03d7a4e1b" /><Relationship Type="http://schemas.openxmlformats.org/officeDocument/2006/relationships/notesMaster" Target="/ppt/notesMasters/notesMaster1.xml" Id="R1d32b24663a942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72272072f4c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ac5d66f914c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50711794d4b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808ecdc9f47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f1d24a91946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6ef4588ab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9D4D95-C33F-47B4-ACE9-63D0C7BD3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89EFE3-51EA-4195-9E3F-41DC960B7C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CF06F8-590E-4649-BC64-2A90B68C3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B8FD58-75C7-4716-B6EF-883BF70EB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BC1DE8-0A72-4B5F-A122-8FAE7F303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919E19-7132-4916-81E9-56EB2CC82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7E1E8B-465B-4050-AF22-83D02CC8B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765CE8-2DAE-4696-8F43-1B5B4C2579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F4F3FA-D846-412C-BDC4-6FF096682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045F75-F41D-4CC6-813C-BF752B192A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2fdd15146455c" /><Relationship Type="http://schemas.openxmlformats.org/officeDocument/2006/relationships/slideLayout" Target="/ppt/slideLayouts/slideLayout1.xml" Id="Rd84cf4c612f14982" /><Relationship Type="http://schemas.openxmlformats.org/officeDocument/2006/relationships/slideLayout" Target="/ppt/slideLayouts/slideLayout2.xml" Id="Rb93b4aaf8dec41c2" /><Relationship Type="http://schemas.openxmlformats.org/officeDocument/2006/relationships/slideLayout" Target="/ppt/slideLayouts/slideLayout3.xml" Id="R4f0205588a014d37" /><Relationship Type="http://schemas.openxmlformats.org/officeDocument/2006/relationships/slideLayout" Target="/ppt/slideLayouts/slideLayout4.xml" Id="R06cc1f38ec6945ae" /><Relationship Type="http://schemas.openxmlformats.org/officeDocument/2006/relationships/slideLayout" Target="/ppt/slideLayouts/slideLayout5.xml" Id="R356d89b409834f07" /><Relationship Type="http://schemas.openxmlformats.org/officeDocument/2006/relationships/slideLayout" Target="/ppt/slideLayouts/slideLayout6.xml" Id="R7e354dea86b340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4cf4c612f14982"/>
    <p:sldLayoutId xmlns:r="http://schemas.openxmlformats.org/officeDocument/2006/relationships" id="2147483650" r:id="Rb93b4aaf8dec41c2"/>
    <p:sldLayoutId xmlns:r="http://schemas.openxmlformats.org/officeDocument/2006/relationships" id="2147483651" r:id="R4f0205588a014d37"/>
    <p:sldLayoutId xmlns:r="http://schemas.openxmlformats.org/officeDocument/2006/relationships" id="2147483652" r:id="R06cc1f38ec6945ae"/>
    <p:sldLayoutId xmlns:r="http://schemas.openxmlformats.org/officeDocument/2006/relationships" id="2147483653" r:id="R356d89b409834f07"/>
    <p:sldLayoutId xmlns:r="http://schemas.openxmlformats.org/officeDocument/2006/relationships" id="2147483654" r:id="R7e354dea86b340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ef7843f834fb9" /><Relationship Type="http://schemas.openxmlformats.org/officeDocument/2006/relationships/notesSlide" Target="/ppt/notesSlides/notesSlide1.xml" Id="Rc30bf01c3104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83923ec464084" /><Relationship Type="http://schemas.openxmlformats.org/officeDocument/2006/relationships/notesSlide" Target="/ppt/notesSlides/notesSlide2.xml" Id="Redea9943af5c49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9538115a44bd7" /><Relationship Type="http://schemas.openxmlformats.org/officeDocument/2006/relationships/notesSlide" Target="/ppt/notesSlides/notesSlide3.xml" Id="Rb59abdc8a5ad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c36bd49964bd3" /><Relationship Type="http://schemas.openxmlformats.org/officeDocument/2006/relationships/notesSlide" Target="/ppt/notesSlides/notesSlide4.xml" Id="R17f6bf39a0504e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49732a4b7487b" /><Relationship Type="http://schemas.openxmlformats.org/officeDocument/2006/relationships/notesSlide" Target="/ppt/notesSlides/notesSlide5.xml" Id="R0d79eedd38714c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1d42218d04d5a" /><Relationship Type="http://schemas.openxmlformats.org/officeDocument/2006/relationships/notesSlide" Target="/ppt/notesSlides/notesSlide6.xml" Id="R302d7936a7be43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9a09700f54a01" /><Relationship Type="http://schemas.openxmlformats.org/officeDocument/2006/relationships/notesSlide" Target="/ppt/notesSlides/notesSlide7.xml" Id="R0b31e3e8421d43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e5b79d71540c1" /><Relationship Type="http://schemas.openxmlformats.org/officeDocument/2006/relationships/notesSlide" Target="/ppt/notesSlides/notesSlide8.xml" Id="R161410887f5e4e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43ce8527e4e18" /><Relationship Type="http://schemas.openxmlformats.org/officeDocument/2006/relationships/notesSlide" Target="/ppt/notesSlides/notesSlide9.xml" Id="R761a46b37c04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2ae9ada064d8c" /><Relationship Type="http://schemas.openxmlformats.org/officeDocument/2006/relationships/notesSlide" Target="/ppt/notesSlides/notesSlide10.xml" Id="R812460ee870c4a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E1D81-E505-419A-A365-11E5C097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75B5"/>
                </a:solidFill>
              </a:defRPr>
            </a:pPr>
            <a:r>
              <a:rPr sz="1125" b="1">
                <a:solidFill>
                  <a:srgbClr val="2F75B5"/>
                </a:solidFill>
              </a:rPr>
              <a:t>TECNOLOGÍA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B58D4-D280-4EA7-89CF-2DDF26C7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202A"/>
                </a:solidFill>
              </a:defRPr>
            </a:pPr>
            <a:r>
              <a:rPr sz="3450" b="1">
                <a:solidFill>
                  <a:srgbClr val="16202A"/>
                </a:solidFill>
              </a:rPr>
              <a:t>Sistema vía correo electrónico para convocatorias de auxiliaturas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F932C-ADAD-4B01-A629-0AA53FA3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Proyecto 1  |  Grupo 09 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724F7-1332-4B17-ACE6-0E7E0317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81050"/>
            <a:ext cx="2857500" cy="4857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22811-96BE-41BF-8286-9AF9BF85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90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Integrantes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E1B2E-9E80-4048-8102-66ECD8D3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143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223045888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Acosta Osorio Lin Fernanda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223043982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Ramos Vargas Brayan Joel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213114976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Rodriguez Aguilera Walter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0E5AA-C02B-4BFD-8FD4-82B69E54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Ingeniería Informática</a:t>
            </a:r>
          </a:p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8640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E14EB-5660-43DD-9243-627C982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C636B-AB02-4C13-AAB9-3C1B1383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Solicitud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9872A-F59F-4841-80A9-02BD42F7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9043A-6CF7-499B-86A9-6CED8474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35454-4F20-4A24-A12C-9CF7A58A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4294F-B930-4EAC-9EF1-6D94E528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333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0F169-4F72-44FC-B1B3-6BF7BC2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B36A-B9CB-4956-B768-30D0289B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2C8CC-7BFA-4AE9-A83C-7D0734FF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971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El cliente escribe la orden completa en el asunto del correo.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A155C-8D1D-4557-B92D-CABB4E9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333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36FBE-3F92-4221-9015-D73A6CE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0"/>
          </a:solidFill>
          <a:ln xmlns:a="http://schemas.openxmlformats.org/drawingml/2006/main" w="0">
            <a:solidFill>
              <a:srgbClr val="D99A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68602-46C5-4D12-B5F4-7061A630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14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Procesamiento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1B2CA-9A6D-4EFA-B52A-7AE566A5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38375"/>
            <a:ext cx="2971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Java valida el comando, los parámetros y el rol antes de ejecutar 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4F6CC-F83D-44D4-A5D4-4E1CE29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F5009-869B-4334-96CA-622C235F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0">
            <a:solidFill>
              <a:srgbClr val="1B7F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62673-6AA7-4215-864F-7C608141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14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Respuesta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6F1B7-81B7-4019-8759-B3DE471D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971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El sistema devuelve ÉXITO o ERROR al mismo remitente.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4D7E6-F474-434F-9F74-B584BEFC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2606D"/>
                </a:solidFill>
              </a:defRPr>
            </a:pPr>
            <a:r>
              <a:rPr sz="1350" b="1">
                <a:solidFill>
                  <a:srgbClr val="52606D"/>
                </a:solidFill>
              </a:rPr>
              <a:t>Ejemplo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DCDB4-8261-4B0B-A8FB-1EE855B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858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178C0-635A-43A6-8775-2320D6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LISCON["*"]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A2BAD-A0B4-4A7B-B1CA-96468065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consulta las convocatorias y devuelve el resultado por correo</a:t>
            </a:r>
          </a:p>
        </p:txBody>
      </p:sp>
    </p:spTree>
    <p:extLst>
      <p:ext uri="{BB962C8B-B14F-4D97-AF65-F5344CB8AC3E}">
        <p14:creationId xmlns:p14="http://schemas.microsoft.com/office/powerpoint/2010/main" val="1983680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4A1660-7BA5-4E6B-BAED-4D47ED1D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1F74C-3087-4452-9177-10BDBF2C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Flujo de ejecución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8DF56-81FA-4DF7-9577-4EAD09FE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4CA63-6D47-460D-9D41-339BDAEE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54F4E-F2C1-43B5-A04D-EDF84AD3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EFDEF-3662-40F8-988C-76EEE8FA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D78FF-2B12-40E6-A01B-6BE2578B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0F610-630D-4536-BE97-FC963168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7B50D-2281-4F3C-9BA6-F8BB5808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202A"/>
                </a:solidFill>
              </a:defRPr>
            </a:pPr>
            <a:r>
              <a:rPr sz="1800" b="1">
                <a:solidFill>
                  <a:srgbClr val="16202A"/>
                </a:solidFill>
              </a:rPr>
              <a:t>Gmail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F1E44-7747-4135-8C0F-F1CAE9C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Asunto con la orden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344CE-6727-49FC-AC2E-6F2FA7B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75B5"/>
                </a:solidFill>
              </a:defRPr>
            </a:pPr>
            <a:r>
              <a:rPr sz="3150" b="1">
                <a:solidFill>
                  <a:srgbClr val="2F75B5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EE909-43A1-4B4E-8529-F57B3339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74EA4-3844-4E37-B7B0-FB470244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9528F-0C3D-4A7D-B294-2254F7C9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FCA8F-8F50-428B-A4E5-C34DB1CD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202A"/>
                </a:solidFill>
              </a:defRPr>
            </a:pPr>
            <a:r>
              <a:rPr sz="1800" b="1">
                <a:solidFill>
                  <a:srgbClr val="16202A"/>
                </a:solidFill>
              </a:rPr>
              <a:t>Roundcube HTTPS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0CA8D-A758-4540-8BF8-3865144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Lectura cifrada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558AD-2DD3-487E-8810-CF4B9B55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765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75B5"/>
                </a:solidFill>
              </a:defRPr>
            </a:pPr>
            <a:r>
              <a:rPr sz="3150" b="1">
                <a:solidFill>
                  <a:srgbClr val="2F75B5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15C3D-ABA8-4CC2-8AC3-59FB7414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2F7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4A08F-A4AA-4492-94FA-E78E3A75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8C606-C0FA-48CA-8EC1-92F8705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323FC-3828-4744-BF26-B86C0483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202A"/>
                </a:solidFill>
              </a:defRPr>
            </a:pPr>
            <a:r>
              <a:rPr sz="1800" b="1">
                <a:solidFill>
                  <a:srgbClr val="16202A"/>
                </a:solidFill>
              </a:rPr>
              <a:t>Java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36BAB-F1FD-49AB-8458-1C04BD89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2900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Sintaxis, permisos y reglas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C3F15-5448-41AD-9F04-6F2D3F6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75B5"/>
                </a:solidFill>
              </a:defRPr>
            </a:pPr>
            <a:r>
              <a:rPr sz="3150" b="1">
                <a:solidFill>
                  <a:srgbClr val="2F75B5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C3DCF-C899-4004-B6DB-8C162776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50362-7806-4DD7-AD73-DF7ED35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2DD53-538A-466E-87A9-679D249C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8E95F6-961E-4658-AA14-D290A187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202A"/>
                </a:solidFill>
              </a:defRPr>
            </a:pPr>
            <a:r>
              <a:rPr sz="1800" b="1">
                <a:solidFill>
                  <a:srgbClr val="16202A"/>
                </a:solidFill>
              </a:rPr>
              <a:t>PostgreSQL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3E8E6B-7B58-42AA-A61C-8E5F1D7B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Consulta o transacción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09F91-E767-4286-86AF-FE97F5B9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765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75B5"/>
                </a:solidFill>
              </a:defRPr>
            </a:pPr>
            <a:r>
              <a:rPr sz="3150" b="1">
                <a:solidFill>
                  <a:srgbClr val="2F75B5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1E7B7-0C4C-4520-9102-57C2C35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D80F0-2F91-456C-9190-2E2EB69B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655B3E-F0CB-4322-B679-C0F0A98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AE35E8-66A5-4F6D-AEF8-F0EDDE38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202A"/>
                </a:solidFill>
              </a:defRPr>
            </a:pPr>
            <a:r>
              <a:rPr sz="1800" b="1">
                <a:solidFill>
                  <a:srgbClr val="16202A"/>
                </a:solidFill>
              </a:rPr>
              <a:t>Roundcube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F47D1F-8BD4-45FF-8D6C-EA7B5C8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2900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Respuesta institucional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C190A3-8025-4083-A67A-1A3A0460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B7F5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B7F5A"/>
                </a:solidFill>
              </a:defRPr>
            </a:pPr>
            <a:r>
              <a:rPr sz="1500" b="1">
                <a:solidFill>
                  <a:srgbClr val="1B7F5A"/>
                </a:solidFill>
              </a:rPr>
              <a:t>El UIDL de cada correo queda almacenado para impedir respuestas duplicadas.</a:t>
            </a:r>
          </a:p>
        </p:txBody>
      </p:sp>
    </p:spTree>
    <p:extLst>
      <p:ext uri="{BB962C8B-B14F-4D97-AF65-F5344CB8AC3E}">
        <p14:creationId xmlns:p14="http://schemas.microsoft.com/office/powerpoint/2010/main" val="274194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4B26DB-6294-4552-961A-ED52F35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4E902-B975-4DE5-BDDC-494B097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Cobertura de los ocho casos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EF88-12FB-4799-82A0-4BA278C8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05BB1-4A44-4994-9452-FDBFEA7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0EE28-4FAE-4B39-9BEB-3E4F21F5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D96F2-C904-4FAF-900C-2D990C9A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16039-82F6-4A14-A275-273B5E1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5B0C3-63CA-40C7-9098-68787DB8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81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Usuarios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A03B9-3310-4DC0-87E8-ABF33DA4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14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INSUSU  LISUSU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EA81A-4021-484C-BE50-A4B3F7C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A93D4-8EE4-4FE4-ADD9-04CDAB6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67AF7-DE24-4B83-9478-B259AE8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479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Convocatorias y cargos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C06AE-B339-420E-B247-147882E9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INSCON  LISCON  INSCAR  LISCAR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4A0CD-1F0B-406D-A63D-0E317829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0D783-D350-4658-BA45-35E5DB1D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17FDE-8E7E-4004-9295-FC3028B5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14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Postulación y expediente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4EE54-098A-4967-B50F-23FF71FB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48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INSPOST  LISPOST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25409-4709-4F18-8173-0020FA38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9192F-2BB8-482E-9EF5-3228A455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A5394-7DED-426F-B603-90E66EC8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81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Requisitos y habilitación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983B1-1542-4008-8AB2-1624060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14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EVAREQ  HABPOS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84F9C-B6D1-4F41-A4AA-317A3777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668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22D33-3E6E-496D-AE4A-480E348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288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F6A1C-A4A2-497D-825C-BF735767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81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Méritos, examen y evaluadores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68C1B-454E-453A-9B74-5DA409DB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14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REGMER  REGEXA  ASIEVA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64BB7-D1A1-4749-B527-41AA132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336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306AA8-DB3C-4962-948F-55130E13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DE117-A861-496C-9676-05B45450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479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Ranking y plazas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91009-0301-4C4C-B6B9-D596F6C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81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GENRAN  ASIPLA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4DE95-7219-41A2-B58E-7955FB1C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004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9F57D-AE35-48A5-9E84-DA1BB49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624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88DC9-3496-45DB-AF3B-F472AB3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14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Auditoría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B760F-2285-425D-8DE6-3BEAF394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248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AUDCAL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3874E-66F0-4546-826D-5BDB1EBB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67275"/>
            <a:ext cx="50958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77ED6-2883-4F73-B330-58346EE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29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CU8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39231F-D194-4C0A-8F58-8AC73A1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981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Reportes y estadísticas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F3918C-D46C-4661-AF8A-6DAAC51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314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REPEST</a:t>
            </a:r>
          </a:p>
        </p:txBody>
      </p:sp>
    </p:spTree>
    <p:extLst>
      <p:ext uri="{BB962C8B-B14F-4D97-AF65-F5344CB8AC3E}">
        <p14:creationId xmlns:p14="http://schemas.microsoft.com/office/powerpoint/2010/main" val="1337140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633F0-1114-4D2D-B256-FB64F85E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ABC40-3C51-4568-87B1-8ADDA027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Validación y control de acceso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03EAE-0962-4436-8DFD-659595AB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87FFD-EEFB-46DD-87B1-DCF4B840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BEA56-3AAC-4DB5-ABF8-A9868E9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167F9-237B-42E0-A4D6-504B83BA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33375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CF79D-6BDC-4490-80F1-7A746D33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8BFF1-40B5-48B6-A2BD-936932B9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Sintaxis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7A7F5-0CDB-4928-9E5C-9CCD07BF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971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COMANDO["parámetro"]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Rechaza comas finales, asuntos incompletos y valores sin comillas.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92474-0BDD-4C0E-804D-50D0295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33375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DF44A-8718-4ABB-B6EB-3EF7ABE7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0"/>
          </a:solidFill>
          <a:ln xmlns:a="http://schemas.openxmlformats.org/drawingml/2006/main" w="0">
            <a:solidFill>
              <a:srgbClr val="D99A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DC152-20E8-424D-8624-427428B9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14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F380F-787E-4761-AFCD-B24DDA41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38375"/>
            <a:ext cx="2971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Fechas ISO, enteros positivos, puntajes de 0 a 100, correo válido y estados permitidos.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3BA86-4F35-43A2-9B11-876880A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6AB8D-77F6-4F4E-8905-62BAC84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0">
            <a:solidFill>
              <a:srgbClr val="1B7F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12CB0-5DED-422C-ADCA-86728FB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14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Permisos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199C4-C50B-41F9-A740-99AAF922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971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DECANO, VICEDECANO, EVALUADOR y POSTULANTE. Las operaciones privadas verifican el correo activo.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68AD6-01F2-45E7-941D-226611E2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65D"/>
                </a:solidFill>
              </a:defRPr>
            </a:pPr>
            <a:r>
              <a:rPr sz="1575" b="1">
                <a:solidFill>
                  <a:srgbClr val="17365D"/>
                </a:solidFill>
              </a:rPr>
              <a:t>Las credenciales se cargan mediante variables de entorno y no forman parte del código.</a:t>
            </a:r>
          </a:p>
        </p:txBody>
      </p:sp>
    </p:spTree>
    <p:extLst>
      <p:ext uri="{BB962C8B-B14F-4D97-AF65-F5344CB8AC3E}">
        <p14:creationId xmlns:p14="http://schemas.microsoft.com/office/powerpoint/2010/main" val="1497453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4715B-5FA5-4AB3-9044-EE9215C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7DDF-3A40-4175-867A-52B7994E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Modelo de datos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111EA-D8F8-4E66-9FB6-D32B3064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F61F6-1B96-4324-8BC2-745959CA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E9F15-E0B7-4E9C-9251-6A77EE84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F2E4F-7121-4B0F-B28C-C507C5DA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1D1FC-29B6-4F1D-B42B-DE396AD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050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p1_usuario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126A2-AF6C-4399-8A34-3C9F692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D7ECF-7663-4D89-AA4D-BCB1F986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p1_convocatoria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DB806-71D4-46F4-9EFD-AF6D9321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5DD67-8E4E-4118-8296-738C9055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005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p1_cargo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36482-1927-433C-8C8F-DBBCFCD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14625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922C1-C4A4-421D-8C0E-82BCDDF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098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p1_postulacion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DED00-B2D1-4A5D-B197-06C8336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201BC-67D7-4E81-A1DA-56973B70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668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p1_expediente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E6B48-C087-4D68-9CC3-348EDEBB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28875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1268A-A6B1-4B36-8F90-ACAC574C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241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p1_requisito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29EFB-0A10-4903-9206-CF4C085B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4E7DE-2C38-415B-8A0F-A461F58C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813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p1_merito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3A28D-2A29-43C6-ADDE-0C48318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43375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27672-E092-474F-9C63-9A153D5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386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p1_examen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EED5C7-953A-4B7F-93C4-363B2186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2571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E0ECE-61BA-413F-B042-272F0D76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9530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6202A"/>
                </a:solidFill>
              </a:defRPr>
            </a:pPr>
            <a:r>
              <a:rPr sz="1425" b="1">
                <a:solidFill>
                  <a:srgbClr val="16202A"/>
                </a:solidFill>
              </a:rPr>
              <a:t>p1_auditoria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5962C-3927-4FFE-BD1C-92355239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usuarios, convocatorias y cargos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18678-12A6-4C01-BD8A-0B07B0BE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7365D"/>
                </a:solidFill>
              </a:defRPr>
            </a:pPr>
            <a:r>
              <a:rPr sz="975" b="1">
                <a:solidFill>
                  <a:srgbClr val="17365D"/>
                </a:solidFill>
              </a:rPr>
              <a:t>postulación central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4C15A-6942-47ED-A333-8C6C85F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57375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expediente, requisitos y notas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D85E6-4155-448C-AD7E-5E10D7F8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B7F5A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B7F5A"/>
                </a:solidFill>
              </a:defRPr>
            </a:pPr>
            <a:r>
              <a:rPr sz="1425" b="1">
                <a:solidFill>
                  <a:srgbClr val="1B7F5A"/>
                </a:solidFill>
              </a:rPr>
              <a:t>Puntaje final = 40 % méritos + 60 % promedio de examen</a:t>
            </a:r>
          </a:p>
        </p:txBody>
      </p:sp>
    </p:spTree>
    <p:extLst>
      <p:ext uri="{BB962C8B-B14F-4D97-AF65-F5344CB8AC3E}">
        <p14:creationId xmlns:p14="http://schemas.microsoft.com/office/powerpoint/2010/main" val="1333036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D4B503-0E9C-4811-8A03-35554B39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83A54-2F48-4D2F-A8E8-580B48EA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Prueba integral realizada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C12B2-6E3C-448C-8B04-81CD2610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D859F-C478-4362-A032-A42FF496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C80B4-A93A-4C4D-A903-E44A327E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310EC-D6FE-4C8F-9904-888DAAF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10191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FFA2C-F70A-4EC0-879C-6FB3CE17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C4F2D-E3DB-470D-B4C3-A5760B6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C6F7B-70D3-45C9-A4E2-CDD72A3A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81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Gmail envió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C6712-6BDC-4626-B9F4-05AC244E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811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AYUDA[] y LISCON["*"]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29B61-51B8-4139-A097-CE04CBE1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10191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417D0-6077-4A04-BA3D-7E1E98A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9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54932-5B34-4388-9A54-3092E39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90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20E39-CD92-45A7-ADFA-40B041B1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Java procesó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C6CA7-8DC5-4F88-BE3D-B8A32866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Identificó UID nuevos y consultó 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68692-3E12-4623-BFFB-B09562DD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10191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CAA87-228F-4CE8-8984-F433C85E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BCEA2-D68E-4605-9713-9AF3BCE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100DA-2006-49B6-88BC-E5823C0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81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Tecnoweb respondió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F12D9-7390-4F6B-9DCC-6D6B19D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ÉXITO - Orden procesada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E228E-0CDA-4022-94F1-AF7113B1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10191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9C237-DFF6-4343-89D2-7719104C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0DFA2-573D-44B1-AB02-F325DCA7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91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EE784-EA9D-4768-A350-FA54D2E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81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Gmail recibió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25096-094E-4709-BA4E-6A114C24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815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Catálogo de órdenes y Sin resultados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AD444-BFAD-4AAD-9FC4-D75EFEF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10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B7F5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B7F5A"/>
                </a:solidFill>
              </a:defRPr>
            </a:pPr>
            <a:r>
              <a:rPr sz="1350" b="1">
                <a:solidFill>
                  <a:srgbClr val="1B7F5A"/>
                </a:solidFill>
              </a:rPr>
              <a:t>Resultado comprobado el 12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327706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46F4B-D135-46F9-B7CB-63E32F0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AB724-7E34-483A-A829-90A0C702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Resultados y observaciones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DC558-2DD1-4101-BE67-158C5CC6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02E13-B6A4-4943-B2FA-945F8A6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999DE-7C53-4906-9845-0A760AA6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0ED5F-C640-4C26-9187-9A65B07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7C58B-D002-4298-BC13-0236F389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0">
            <a:solidFill>
              <a:srgbClr val="1B7F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A9DD6-AF91-46E4-84B2-BCAAB68C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Consulta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94856-5E69-471C-9007-8C48C6A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4400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LISCON["*"] ejecutó el SELECT remoto y respondió “Sin resultados”.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74AF5-6916-48EA-9FA2-34BA8481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2A68E-619F-41DD-B76A-DFBB6300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0">
            <a:solidFill>
              <a:srgbClr val="1B7F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0084E-34E7-4376-9C2E-CDBFEED3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Entrega externa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A3C62-D92F-4F6F-8768-45600B0F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4400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La respuesta llegó al Gmail utilizado para la prueba.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8E5B9-5749-4439-8EEC-C6EB6621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762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9A8DB-643A-40FE-8390-5BC10AFA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0"/>
          </a:solidFill>
          <a:ln xmlns:a="http://schemas.openxmlformats.org/drawingml/2006/main" w="0">
            <a:solidFill>
              <a:srgbClr val="D99A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8A55B-2438-407B-912D-A114B91F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Primera recepción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E61F6-6DDC-4EF2-819B-3A0BAEEB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4400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Gmail clasificó el remitente nuevo como Spam. La entrega no falló.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8670B-1AFF-4542-87FC-E28EA30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D114B-81B7-4F9E-92F0-0C9261B0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04550-7FD8-4F2A-9476-ABF4DEAC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481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Identidad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F8F0D-85CE-4121-AA22-EC542B79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72000"/>
            <a:ext cx="4400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Grupo 09 SA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grupo09sa@tecnoweb.org.bo</a:t>
            </a:r>
          </a:p>
        </p:txBody>
      </p:sp>
    </p:spTree>
    <p:extLst>
      <p:ext uri="{BB962C8B-B14F-4D97-AF65-F5344CB8AC3E}">
        <p14:creationId xmlns:p14="http://schemas.microsoft.com/office/powerpoint/2010/main" val="204919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35AC0-659C-4A9C-B470-0B8BF431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9606A-4282-4FC8-A6EB-9EE69ED0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Errores y caídas controladas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CD573-4E80-4A1F-BF39-1E51DA0F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58574-ACAD-486E-B837-381729BC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B35A6-90C5-4ABB-8D0B-B91001CC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3A565-9FD0-4807-B150-E493BBC1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F601F-FEEE-4787-B39B-D1E4800A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COMANDO[]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9E29E-06EB-4CD1-8F6A-5068A2D2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Rechaza la orden sin modificar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F5904-174F-4196-8ED4-7A69FD24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7DE95-8958-4DCA-9AD4-AD73525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PostgreSQL fuera de línea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FB25D-5C0C-48A8-ABFA-B78E8890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Conserva el correo y reintenta con espera creciente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5709F-C434-4C3B-9C5B-7C0AE7E6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F8E5F-DC18-4B88-B5C6-A3D0AB3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Internet o Roundcube caído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B345-51D9-4FD3-AD4F-E8DC4EBF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El proceso sigue activo y reconecta automáticamente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D9167-F5F9-4DFE-BB6A-33F9E558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0477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38B76-D041-45F1-98BA-37ED8F8E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Correo repetido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AD0D6-0555-43E7-A6A1-24BF9FE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El identificador evita ejecutar dos veces la operación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53F27-43FE-4FF3-B545-91F6742A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5787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Pruebas automatizadas y 1.000.000 de asuntos aleatorios. Los cortes simulados no detuvieron el servicio.</a:t>
            </a:r>
          </a:p>
        </p:txBody>
      </p:sp>
    </p:spTree>
    <p:extLst>
      <p:ext uri="{BB962C8B-B14F-4D97-AF65-F5344CB8AC3E}">
        <p14:creationId xmlns:p14="http://schemas.microsoft.com/office/powerpoint/2010/main" val="648331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46DE9-DE6C-4DF4-8709-EF7EE3B4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F75B5"/>
                </a:solidFill>
              </a:defRPr>
            </a:pPr>
            <a:r>
              <a:rPr sz="975" b="1">
                <a:solidFill>
                  <a:srgbClr val="2F75B5"/>
                </a:solidFill>
              </a:rPr>
              <a:t>PROYECTO 1  |  INF513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658EB-8FD3-4DB0-8AD8-FA01666B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202A"/>
                </a:solidFill>
              </a:defRPr>
            </a:pPr>
            <a:r>
              <a:rPr sz="2550" b="1">
                <a:solidFill>
                  <a:srgbClr val="16202A"/>
                </a:solidFill>
              </a:rPr>
              <a:t>Conclusión y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7F60B-FDE8-4011-9724-3E9173A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22D5C-942F-40A8-8ED0-05E020DF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Grupo 09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91DC9-293E-48F0-A2BC-665A0A1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C792-E574-47CE-8B17-CDF9A6C1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El sistema cumple el ciclo y se recupera de cortes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FF28B-84DB-4636-8FE7-39F26E14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75B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75B5"/>
                </a:solidFill>
              </a:defRPr>
            </a:pPr>
            <a:r>
              <a:rPr sz="1650" b="1">
                <a:solidFill>
                  <a:srgbClr val="2F75B5"/>
                </a:solidFill>
              </a:rPr>
              <a:t>correo entrante  ›  validación  ›  PostgreSQL  ›  respuesta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7546A-52CC-4B9F-9D09-67F6F7DC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49530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94FAA-2662-4297-A53A-7BA456F3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76C7E-02F7-4ABB-A9A2-54EF954E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861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Defensa de 15 a 20 minutos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C2006-10EC-4111-8371-32BE767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10000"/>
            <a:ext cx="4591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1. Explicar el formato del asunto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2. Iniciar en Windows o Fedora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3. Enviar AYUDA y una consulta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4. Mostrar cola, reintentos y auditoría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6F82C-0428-44D1-895C-369E82E4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9530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4B2B2-E436-4EB4-8C5E-259C8F24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A"/>
          </a:solidFill>
          <a:ln xmlns:a="http://schemas.openxmlformats.org/drawingml/2006/main" w="0">
            <a:solidFill>
              <a:srgbClr val="1B7F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11616-BB01-440E-8DC0-765FE244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861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202A"/>
                </a:solidFill>
              </a:defRPr>
            </a:pPr>
            <a:r>
              <a:rPr sz="1500" b="1">
                <a:solidFill>
                  <a:srgbClr val="16202A"/>
                </a:solidFill>
              </a:rPr>
              <a:t>Resistencia y entrega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FAD8B-9FE5-4C4A-8090-55620EFE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10000"/>
            <a:ext cx="4591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Cola durable e idempotencia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Reintentos con límite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Scripts Windows y Linux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PUDS, presentación y código</a:t>
            </a:r>
          </a:p>
          <a:p xmlns:a="http://schemas.openxmlformats.org/drawingml/2006/main"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ZIP y TAR.GZ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8FCB2-C018-497F-96AF-11B1C361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202A"/>
                </a:solidFill>
              </a:defRPr>
            </a:pPr>
            <a:r>
              <a:rPr sz="1800" b="1">
                <a:solidFill>
                  <a:srgbClr val="16202A"/>
                </a:solidFill>
              </a:rPr>
              <a:t>Grupo 09 SA</a:t>
            </a:r>
          </a:p>
        </p:txBody>
      </p:sp>
    </p:spTree>
    <p:extLst>
      <p:ext uri="{BB962C8B-B14F-4D97-AF65-F5344CB8AC3E}">
        <p14:creationId xmlns:p14="http://schemas.microsoft.com/office/powerpoint/2010/main" val="1097273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2026-10-12T18:08:27.1450000Z</dcterms:created>
  <dcterms:modified xsi:type="dcterms:W3CDTF">2026-10-12T18:08:27.1450000Z</dcterms:modified>
</coreProperties>
</file>