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c6b60a813d4650" /><Relationship Type="http://schemas.openxmlformats.org/officeDocument/2006/relationships/extended-properties" Target="/docProps/app.xml" Id="R8eb8a49905934802" /><Relationship Type="http://schemas.openxmlformats.org/officeDocument/2006/relationships/officeDocument" Target="/ppt/presentation.xml" Id="R4c5324127342464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151b01acd94724"/>
  </p:sldMasterIdLst>
  <p:notesMasterIdLst>
    <p:notesMasterId xmlns:r="http://schemas.openxmlformats.org/officeDocument/2006/relationships" r:id="Re4f4aa4cd2d540b6"/>
  </p:notesMasterIdLst>
  <p:sldIdLst>
    <p:sldId xmlns:r="http://schemas.openxmlformats.org/officeDocument/2006/relationships" id="256" r:id="R02559e8055a54ecf"/>
    <p:sldId xmlns:r="http://schemas.openxmlformats.org/officeDocument/2006/relationships" id="257" r:id="R919e98196b7b47bc"/>
    <p:sldId xmlns:r="http://schemas.openxmlformats.org/officeDocument/2006/relationships" id="258" r:id="Rf4ac6f90afd44e34"/>
    <p:sldId xmlns:r="http://schemas.openxmlformats.org/officeDocument/2006/relationships" id="259" r:id="Rb2f43df9e1e34137"/>
    <p:sldId xmlns:r="http://schemas.openxmlformats.org/officeDocument/2006/relationships" id="260" r:id="R7b98193887a74bff"/>
    <p:sldId xmlns:r="http://schemas.openxmlformats.org/officeDocument/2006/relationships" id="261" r:id="Ra9fc3932f4bc45e0"/>
    <p:sldId xmlns:r="http://schemas.openxmlformats.org/officeDocument/2006/relationships" id="262" r:id="Rc45579d9c6f245d4"/>
    <p:sldId xmlns:r="http://schemas.openxmlformats.org/officeDocument/2006/relationships" id="263" r:id="Rdb88d041b1354290"/>
    <p:sldId xmlns:r="http://schemas.openxmlformats.org/officeDocument/2006/relationships" id="264" r:id="R53470eba5a6d44a7"/>
    <p:sldId xmlns:r="http://schemas.openxmlformats.org/officeDocument/2006/relationships" id="265" r:id="R149110a49a79436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4d36f727ac4b15" /><Relationship Type="http://schemas.openxmlformats.org/officeDocument/2006/relationships/slideMaster" Target="/ppt/slideMasters/slideMaster1.xml" Id="Rf5151b01acd94724" /><Relationship Type="http://schemas.openxmlformats.org/officeDocument/2006/relationships/notesMaster" Target="/ppt/notesMasters/notesMaster1.xml" Id="Re4f4aa4cd2d540b6" /><Relationship Type="http://schemas.openxmlformats.org/officeDocument/2006/relationships/presProps" Target="/ppt/presProps.xml" Id="Rc2cd6f1269f0480c" /><Relationship Type="http://schemas.openxmlformats.org/officeDocument/2006/relationships/tableStyles" Target="/ppt/tableStyles.xml" Id="Rc83b75caa4a74895" /><Relationship Type="http://schemas.openxmlformats.org/officeDocument/2006/relationships/slide" Target="/ppt/slides/slide1.xml" Id="R02559e8055a54ecf" /><Relationship Type="http://schemas.openxmlformats.org/officeDocument/2006/relationships/slide" Target="/ppt/slides/slide2.xml" Id="R919e98196b7b47bc" /><Relationship Type="http://schemas.openxmlformats.org/officeDocument/2006/relationships/slide" Target="/ppt/slides/slide3.xml" Id="Rf4ac6f90afd44e34" /><Relationship Type="http://schemas.openxmlformats.org/officeDocument/2006/relationships/slide" Target="/ppt/slides/slide4.xml" Id="Rb2f43df9e1e34137" /><Relationship Type="http://schemas.openxmlformats.org/officeDocument/2006/relationships/slide" Target="/ppt/slides/slide5.xml" Id="R7b98193887a74bff" /><Relationship Type="http://schemas.openxmlformats.org/officeDocument/2006/relationships/slide" Target="/ppt/slides/slide6.xml" Id="Ra9fc3932f4bc45e0" /><Relationship Type="http://schemas.openxmlformats.org/officeDocument/2006/relationships/slide" Target="/ppt/slides/slide7.xml" Id="Rc45579d9c6f245d4" /><Relationship Type="http://schemas.openxmlformats.org/officeDocument/2006/relationships/slide" Target="/ppt/slides/slide8.xml" Id="Rdb88d041b1354290" /><Relationship Type="http://schemas.openxmlformats.org/officeDocument/2006/relationships/slide" Target="/ppt/slides/slide9.xml" Id="R53470eba5a6d44a7" /><Relationship Type="http://schemas.openxmlformats.org/officeDocument/2006/relationships/slide" Target="/ppt/slides/slide10.xml" Id="R149110a49a79436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dbb4f6ab2042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5b1fce94a049de" /><Relationship Type="http://schemas.openxmlformats.org/officeDocument/2006/relationships/notesMaster" Target="/ppt/notesMasters/notesMaster1.xml" Id="R4d1db86bcab947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5092ab9a5b4118" /><Relationship Type="http://schemas.openxmlformats.org/officeDocument/2006/relationships/notesMaster" Target="/ppt/notesMasters/notesMaster1.xml" Id="R283818996e274d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b35a117ef24d81" /><Relationship Type="http://schemas.openxmlformats.org/officeDocument/2006/relationships/notesMaster" Target="/ppt/notesMasters/notesMaster1.xml" Id="R728c1cd987b046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237f92c34f4862" /><Relationship Type="http://schemas.openxmlformats.org/officeDocument/2006/relationships/notesMaster" Target="/ppt/notesMasters/notesMaster1.xml" Id="R2babbd746dd249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4590b6cf6a40c8" /><Relationship Type="http://schemas.openxmlformats.org/officeDocument/2006/relationships/notesMaster" Target="/ppt/notesMasters/notesMaster1.xml" Id="R4c75d96fd04c4f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bfc2c6b12ed4102" /><Relationship Type="http://schemas.openxmlformats.org/officeDocument/2006/relationships/notesMaster" Target="/ppt/notesMasters/notesMaster1.xml" Id="R9904bf163c224b7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32328f13e84148" /><Relationship Type="http://schemas.openxmlformats.org/officeDocument/2006/relationships/notesMaster" Target="/ppt/notesMasters/notesMaster1.xml" Id="R432d0fbb01d746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133c3d11dfb4db5" /><Relationship Type="http://schemas.openxmlformats.org/officeDocument/2006/relationships/notesMaster" Target="/ppt/notesMasters/notesMaster1.xml" Id="Rf902d1d70ac741b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760fab0fc34c06" /><Relationship Type="http://schemas.openxmlformats.org/officeDocument/2006/relationships/notesMaster" Target="/ppt/notesMasters/notesMaster1.xml" Id="Rf6ceba0a49bb46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6c354fb7b34957" /><Relationship Type="http://schemas.openxmlformats.org/officeDocument/2006/relationships/notesMaster" Target="/ppt/notesMasters/notesMaster1.xml" Id="Rdf4409a3a4e64d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132fe722134b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5f470afc5d46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264fcac4df4a0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ec5787ee7f40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07d27aae3a498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fd7f87740049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55F31C7-BC70-4FBB-8479-5CF8209995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0132CEC-AED5-43E7-8928-83CFB75BB4E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2892F0A-88E2-45F2-8F83-172AB9A369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56E3CA-904A-49F2-A354-C50F15AD82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807E59C-9A69-4A0B-B1C3-B51596E3B2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E6FB8A6-468F-4C21-9242-85966312C6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28982A-978C-43C3-9A38-73C5F05A55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B775B08-BD40-4EC0-819A-8E63290E3A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51526E-8824-469E-8E8C-B6338B3BC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513766A-367E-4B1C-A05C-8705915EAD6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7a40ccd42f4cca" /><Relationship Type="http://schemas.openxmlformats.org/officeDocument/2006/relationships/slideLayout" Target="/ppt/slideLayouts/slideLayout1.xml" Id="R41614b7ecea0469a" /><Relationship Type="http://schemas.openxmlformats.org/officeDocument/2006/relationships/slideLayout" Target="/ppt/slideLayouts/slideLayout2.xml" Id="R35fd7d764f054ae0" /><Relationship Type="http://schemas.openxmlformats.org/officeDocument/2006/relationships/slideLayout" Target="/ppt/slideLayouts/slideLayout3.xml" Id="Rde6d78aee1ca48fe" /><Relationship Type="http://schemas.openxmlformats.org/officeDocument/2006/relationships/slideLayout" Target="/ppt/slideLayouts/slideLayout4.xml" Id="Rde2a0b90e4ae491d" /><Relationship Type="http://schemas.openxmlformats.org/officeDocument/2006/relationships/slideLayout" Target="/ppt/slideLayouts/slideLayout5.xml" Id="R0042d5d9459744e5" /><Relationship Type="http://schemas.openxmlformats.org/officeDocument/2006/relationships/slideLayout" Target="/ppt/slideLayouts/slideLayout6.xml" Id="R001a9086a5084a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614b7ecea0469a"/>
    <p:sldLayoutId xmlns:r="http://schemas.openxmlformats.org/officeDocument/2006/relationships" id="2147483650" r:id="R35fd7d764f054ae0"/>
    <p:sldLayoutId xmlns:r="http://schemas.openxmlformats.org/officeDocument/2006/relationships" id="2147483651" r:id="Rde6d78aee1ca48fe"/>
    <p:sldLayoutId xmlns:r="http://schemas.openxmlformats.org/officeDocument/2006/relationships" id="2147483652" r:id="Rde2a0b90e4ae491d"/>
    <p:sldLayoutId xmlns:r="http://schemas.openxmlformats.org/officeDocument/2006/relationships" id="2147483653" r:id="R0042d5d9459744e5"/>
    <p:sldLayoutId xmlns:r="http://schemas.openxmlformats.org/officeDocument/2006/relationships" id="2147483654" r:id="R001a9086a5084a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fcd8a93b1947c0" /><Relationship Type="http://schemas.openxmlformats.org/officeDocument/2006/relationships/notesSlide" Target="/ppt/notesSlides/notesSlide1.xml" Id="R6fefeb184e8c4e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450b1ae7294286" /><Relationship Type="http://schemas.openxmlformats.org/officeDocument/2006/relationships/notesSlide" Target="/ppt/notesSlides/notesSlide2.xml" Id="Ra54402a96c294c7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8a835e38a24e5f" /><Relationship Type="http://schemas.openxmlformats.org/officeDocument/2006/relationships/notesSlide" Target="/ppt/notesSlides/notesSlide3.xml" Id="R177868753d6245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ba0e8090114e0d" /><Relationship Type="http://schemas.openxmlformats.org/officeDocument/2006/relationships/notesSlide" Target="/ppt/notesSlides/notesSlide4.xml" Id="R4bbee3a13aed4c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0b2c2f6ff54640" /><Relationship Type="http://schemas.openxmlformats.org/officeDocument/2006/relationships/notesSlide" Target="/ppt/notesSlides/notesSlide5.xml" Id="R7bf839752dc04e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eed2b8a46a4170" /><Relationship Type="http://schemas.openxmlformats.org/officeDocument/2006/relationships/notesSlide" Target="/ppt/notesSlides/notesSlide6.xml" Id="Rb9693579ab1341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d7d943a820401e" /><Relationship Type="http://schemas.openxmlformats.org/officeDocument/2006/relationships/notesSlide" Target="/ppt/notesSlides/notesSlide7.xml" Id="R83a147e4516d4e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dd935b64df4631" /><Relationship Type="http://schemas.openxmlformats.org/officeDocument/2006/relationships/notesSlide" Target="/ppt/notesSlides/notesSlide8.xml" Id="R336a2243b76a4d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7bf4d4b1b743c3" /><Relationship Type="http://schemas.openxmlformats.org/officeDocument/2006/relationships/notesSlide" Target="/ppt/notesSlides/notesSlide9.xml" Id="R5cc9e9b3a85842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cab524d0e545ce" /><Relationship Type="http://schemas.openxmlformats.org/officeDocument/2006/relationships/notesSlide" Target="/ppt/notesSlides/notesSlide10.xml" Id="R0a95f645737b403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940A8-E754-4C46-BCFD-5C574473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2F75B5"/>
                </a:solidFill>
              </a:defRPr>
            </a:pPr>
            <a:r>
              <a:rPr sz="1125" b="1">
                <a:solidFill>
                  <a:srgbClr val="2F75B5"/>
                </a:solidFill>
              </a:rPr>
              <a:t>TECNOLOGÍA WEB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6DB3F-9A5F-4886-A7C6-45F76F7A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4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3450" b="1">
                <a:solidFill>
                  <a:srgbClr val="16202A"/>
                </a:solidFill>
              </a:defRPr>
            </a:pPr>
            <a:r>
              <a:rPr sz="3450" b="1">
                <a:solidFill>
                  <a:srgbClr val="16202A"/>
                </a:solidFill>
              </a:rPr>
              <a:t>Sistema vía correo electrónico para convocatorias de auxiliaturas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8043B-5950-49EA-9701-B2169D3D5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Proyecto 1  |  Grupo 09 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F7894-D410-4AFE-96EC-6968EF73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81050"/>
            <a:ext cx="2857500" cy="4857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D1DC1-CEDC-413B-9004-8FB483DF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90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Integrantes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1C03A3-29B3-429F-923D-7E2549DA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14312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223045888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Acosta Osorio Lin Fernanda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223043982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Ramos Vargas Brayan Joel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213114976</a:t>
            </a:r>
          </a:p>
          <a:p xmlns:a="http://schemas.openxmlformats.org/drawingml/2006/main">
            <a:pPr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Rodriguez Aguilera Walter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DEC6F-82D0-4164-9E54-4093A71F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Ingeniería Informática</a:t>
            </a:r>
          </a:p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2913115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8D83BD-43C1-4D49-BA9A-EB0639FB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87FF6-DECF-4234-BDB4-21F52EDD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Solicitud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100F2-E483-4D79-B1E5-C6B8400E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D2139F-5D1D-4C80-84D4-72A5473E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2318B2-C1B2-462D-A2FD-0EA8E3AF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D544C-65D4-427C-BA15-4A758FE3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40CF40-3489-4B7B-99D9-1C3692C3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D91752-9AD9-45FB-B217-7303A355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3018A5-31F3-45F3-AA3C-6D951774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cliente escribe la orden completa en el asunto del correo.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A00BA-842E-40C1-BFD3-39A8A8C96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ACFDAE-E721-46B3-B8F9-CF60122A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11CDFE-616B-4532-879C-A305141A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Procesamiento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740CEE-3510-4837-AEF9-673F1277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Java valida el comando, los parámetros y el rol antes de ejecutar SQL.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91CDA1-6763-4677-9256-E8391C033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15217-3B86-4CCE-8EF0-8D01B7D25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F0498F-5CAC-47BA-A075-FB4041E0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Respuesta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C83346-C5AD-4078-B525-9264414C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sistema devuelve ÉXITO o ERROR al mismo remitente.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50775A-855E-4431-8145-2F1A9F0E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52606D"/>
                </a:solidFill>
              </a:defRPr>
            </a:pPr>
            <a:r>
              <a:rPr sz="1350" b="1">
                <a:solidFill>
                  <a:srgbClr val="52606D"/>
                </a:solidFill>
              </a:rPr>
              <a:t>Ejemplo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C2E3A4-D05C-4ADB-A20B-1BF22C24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858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608C1F-4FAC-4E6A-B73E-FEAA9B7F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768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LISCON["*"]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B8B7CC-F42A-4ED3-BF90-6955AADB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68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consulta las convocatorias y devuelve el resultado por correo</a:t>
            </a:r>
          </a:p>
        </p:txBody>
      </p:sp>
    </p:spTree>
    <p:extLst>
      <p:ext uri="{BB962C8B-B14F-4D97-AF65-F5344CB8AC3E}">
        <p14:creationId xmlns:p14="http://schemas.microsoft.com/office/powerpoint/2010/main" val="8259213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0DAE97-C0D9-4C28-84A3-7D1603AB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BBCA1-1254-486B-BAEC-38A7FB3E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Flujo de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A9ED9-6034-4303-BA59-A722A677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A356F-E528-465D-B349-138D2BBD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E41924-E6FA-48CA-9BA7-11FD5BBE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32A813-0B4F-49F7-AFF8-68017F33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3C9CB-A000-4F89-8F43-1BC7EFC9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DC83DF-4655-4FB5-9667-91DE7DDC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65393-A6E9-4A61-8CBD-1D7FAAB85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Gmail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A7A685-4D6C-4875-A840-98D04AD5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Asunto con la orden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D05ECD-4155-4BAE-B118-7FF8292C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14CFA-0B41-4BA9-A666-60C1EA78F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700E32-4BA8-4AF0-9DD8-0A663F1C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36B32F-9B80-412C-B755-7575A59E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F84863-0ECF-4B15-9AE4-752073B1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POP3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6A2597-E0AA-4704-B003-2562D059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Solo mensajes nuevos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DEA9C5-7CF2-4A9F-83D1-D37700C5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D2C88D-DE95-4C05-9CA9-50551DE5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2F75B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4C40AB-EFD0-4DBD-B4F6-89825D09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067C3A-864C-426B-A54D-8836D845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D1117F-5710-4EF3-AF67-8F42A3779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B8864B-AF10-452C-8990-7E65B7E3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Sintaxis, permisos y reglas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251AA4-76FD-4517-A922-774B0919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1CFA24-370B-4528-A9E2-619C1394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2E72C7-B64D-4613-83E5-F05AA714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DD8BFA-9B3B-46C1-848E-085705B7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4556D5-DEC2-43D3-B4A9-2E83B3CC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PostgreSQL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691C5B-32B3-4237-98E0-24FAB93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Consulta o transacción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DB4F61-23B6-4D81-86FA-9D109203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DA708E-A4C6-400B-AB6B-E6EA7790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F0CAA4-6D31-4538-BBFA-0812DFD01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2141BE-E4E9-4B70-87C5-F8322CC2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D60B22-5833-4C0D-BF14-D3DDFE08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5C6929-CB3B-4194-AAD3-927C949E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Respuesta institucional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A2BA91-6CC5-401D-AC9A-C6DB0EDEA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B7F5A"/>
                </a:solidFill>
              </a:defRPr>
            </a:pPr>
            <a:r>
              <a:rPr sz="1500" b="1">
                <a:solidFill>
                  <a:srgbClr val="1B7F5A"/>
                </a:solidFill>
              </a:rPr>
              <a:t>El UIDL de cada correo queda almacenado para impedir respuestas duplicadas.</a:t>
            </a:r>
          </a:p>
        </p:txBody>
      </p:sp>
    </p:spTree>
    <p:extLst>
      <p:ext uri="{BB962C8B-B14F-4D97-AF65-F5344CB8AC3E}">
        <p14:creationId xmlns:p14="http://schemas.microsoft.com/office/powerpoint/2010/main" val="568850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78BA9A-CAAB-4FF8-BF53-9D70727F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CC7B0-5BBD-4429-8C90-E97720637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Cobertura de los ocho casos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AB7E45-7096-47E6-83D7-EEB2CD80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E5151-0788-4609-BB81-49D9CD13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D8D66A-0C2E-4CA6-8731-CA7EF504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37F0F5-31AB-4258-B462-139081C3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3CE8F-7707-4F3D-9FAD-A1ACAD33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8FF95C-F5C3-4FD9-9CF3-E08D7256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Usuarios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267F12-132A-49F7-95E1-05FBA419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INSUSU  LISUSU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F48141-B307-4FE9-AA8A-8D8475629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3038BC-F8F6-45BA-A5F4-BB0504F8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98C63E-1D39-4628-B2F6-81256447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Convocatorias y cargos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7C07A5-6F30-406F-9E4C-7EEF53F02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INSCON  LISCON  INSCAR  LISCAR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E69EE9-D84E-4AC6-8976-1E1DDD7E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1DF238-9AC6-4809-8489-E51FCB2D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5FE4A9-6B1E-4EF1-99F8-FC2DD135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Postulación y expediente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EA2616-22AB-4609-BEC8-87217151F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INSPOST  LISPOST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FE607D-D165-4BBA-AC3D-AE6319BF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DEA213-9BEC-4E5D-9D15-7592940D3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4FE6CC-795C-4C8B-9C6E-AB6A5F1F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Requisitos y habilitación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D75A84-4474-4521-AFF0-DBC625B1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EVAREQ  HABPOS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49BDDF-1901-4CC8-95E0-0AD97E63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27E520-2063-48AE-9409-4E980E19D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0ADBAD-A20B-4A29-82DC-7C50FB0C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Méritos, examen y evaluadores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112F1C-EB9A-4D0F-AC20-D1674C4B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REGMER  REGEXA  ASIEVA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BF5351-B7F2-4BD7-B553-7292CC0A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6A518E-5C04-473B-8174-2C189E43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45331B-104B-4784-B5AD-4964AA29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Ranking y plazas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DE33F0-28DC-44C7-BB9D-616512F93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GENRAN  ASIPLA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0D7442-4634-4034-A25B-DE1B0A87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DA38A7-33EE-4AAD-8DD3-F7B5FF4A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F14DB9-6527-417C-9AEB-FCF00158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Auditoría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D095DF-BCF0-42E7-93CF-651DCE80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AUDCAL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4DE610-F761-46B2-A388-C8ED257A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7AD139-456F-4D6F-B313-8DE4D68A1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FAF413D-E03C-4255-AAA1-1F8FAB71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Reportes y estadísticas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66C913-01B0-4E96-991D-555D2A96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REPEST</a:t>
            </a:r>
          </a:p>
        </p:txBody>
      </p:sp>
    </p:spTree>
    <p:extLst>
      <p:ext uri="{BB962C8B-B14F-4D97-AF65-F5344CB8AC3E}">
        <p14:creationId xmlns:p14="http://schemas.microsoft.com/office/powerpoint/2010/main" val="18968976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E0C0A-F53B-4231-8291-61AD6636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8A229A-1A3B-423B-B802-8988168C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Validación y control de acceso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13ACBB-07B4-4FDE-A431-3E7EF029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4F4F1-3F06-4C4A-8078-C2D4AF1C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07DE15-36AD-4B38-8E35-61F3B6A6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77D9E3-BAA7-40E9-AD51-4161DFEA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D66DA-FF13-4CF5-9365-7333A799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92A32-B4D0-46A9-9FD9-449845F7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Sintaxis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21C9FC-7B04-4832-97BA-88E1FCA5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COMANDO["parámetro"]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Rechaza comas finales, asuntos incompletos y valores sin comillas.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5924C6-0CB0-4AE0-B376-5AA12080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130DC7-53F3-47E3-8A55-6BABD444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3078B5-1AE8-4E50-A61B-EE0999F1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1A29E5-7BDD-4CDE-BE04-CEEDB237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Fechas ISO, enteros positivos, puntajes de 0 a 100, correo válido y estados permitidos.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79C280-3758-43A6-85AE-4F251908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02FA82-6A5F-41A9-9304-C8BBCC95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B0E69-E144-4034-A35B-AB4B8717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Permisos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3D11C-402C-496D-8F63-EE830166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DECANO, VICEDECANO, EVALUADOR y POSTULANTE. Las operaciones privadas verifican el correo activo.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518193-BBDA-44FC-946A-733E794B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Las credenciales se cargan mediante variables de entorno y no forman parte del código.</a:t>
            </a:r>
          </a:p>
        </p:txBody>
      </p:sp>
    </p:spTree>
    <p:extLst>
      <p:ext uri="{BB962C8B-B14F-4D97-AF65-F5344CB8AC3E}">
        <p14:creationId xmlns:p14="http://schemas.microsoft.com/office/powerpoint/2010/main" val="11687082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CB15C0-3DEB-4541-B908-0D020E67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5CBB22-0CFB-406B-8C01-34D0B940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Modelo de datos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554D50-0ECC-4EC2-87E6-40E3BEE7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087981-AB24-4E67-9711-9B151C9D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FB1B8E-B8D3-4421-804F-7C170F2C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42F5B-CFAA-4B0F-A34E-0637F2F0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696B4-ECF7-4508-B5C0-89995D2B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p1_usuario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2C42B7-4F4B-4629-B55D-4C4C31B5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0A09F8-65A8-4AE6-AAE7-BC7A4AD0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5275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p1_convocatoria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6FAB91-DC4C-491C-96B1-F09EB821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052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A1276E-528A-487A-B7FE-3BDBBF47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0005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p1_cargo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24E08E-8DC3-4E75-B9D7-9D5399E40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14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47659-8533-4EE8-B53B-7725D40D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09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p1_postulacion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0EC677-4945-4FC7-85C8-A8317669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71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D3A8FC-2748-413D-ACCD-AC5D9CA5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666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p1_expediente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2A4C62-EF30-42CE-B9CC-3DAF8BCF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288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D3F7F5-C9E4-4061-984F-1577D00C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5241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p1_requisito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0D3537-DC68-417F-8EC3-4C1E20EC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6F57B5-A0C9-4789-AFAD-4503D6E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3813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p1_merito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62DE35-E930-4DD7-83ED-7FF29AC0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1433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448148-229D-41E7-82A8-8D9DA7DE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386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p1_examen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C5F8B4-156F-496B-A8CE-B2CC4282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94C234-FB87-4EB9-8BF1-3BC3103F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953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p1_auditoria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A65A93-590D-461C-AB29-2A4FA3DF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85737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usuarios, convocatorias y cargos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0306E6-07CF-4BAD-A776-F66DFBCD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76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postulación central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8A9F2-FE7D-4735-AC2A-077B12B3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57375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expediente, requisitos y notas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E60F05-43D6-4C99-AB41-F2A19613E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10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B7F5A"/>
                </a:solidFill>
              </a:defRPr>
            </a:pPr>
            <a:r>
              <a:rPr sz="1425" b="1">
                <a:solidFill>
                  <a:srgbClr val="1B7F5A"/>
                </a:solidFill>
              </a:rPr>
              <a:t>Puntaje final = 40 % méritos + 60 % promedio de examen</a:t>
            </a:r>
          </a:p>
        </p:txBody>
      </p:sp>
    </p:spTree>
    <p:extLst>
      <p:ext uri="{BB962C8B-B14F-4D97-AF65-F5344CB8AC3E}">
        <p14:creationId xmlns:p14="http://schemas.microsoft.com/office/powerpoint/2010/main" val="12849159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DDCFE9-4E83-4CAF-8BE5-028455CD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56714D-4A10-442E-B024-98B7F1D2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 integral realizada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FB45FF-85C3-4008-8EE1-1EBCE248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F2633-A4CA-4982-886E-48AA961E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0EAA6E-E4CA-40D2-A89C-A0CA8684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1F5DB9-7E79-47AC-B01F-F6B861CE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F9145D-A248-4309-9636-D54B0D54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809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C1AD62-41C9-460D-8031-520DD322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907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0277D6-4486-4A2D-9E23-EA804702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781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envió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6E7829-A405-4DB3-8547-CEC1DC82F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8117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AYUDA[] y LISCON["*"]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15615C-DA0A-4CF9-982B-C31F9B862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6700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6C27BB-DF14-4F27-827C-15F25B5F7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09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E5E964-1DED-40D9-8C87-91B545BA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1C245B-B89A-48BB-9C4C-A142277E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Java procesó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AACA38-FC33-4CD9-9745-D2BECEEA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8130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Identificó UID nuevos y consultó 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0F8AC5-2BBA-44CE-8EF5-0708B1B60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0FEC7B-1D99-4318-BF10-7F6C88F0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810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8A7E91-8321-42FF-A10B-32FFF41A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5C9D9D-350A-4F70-8633-C2F7A7D2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81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Tecnoweb respondió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6BFA6-6745-4915-B42F-A2C3D041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ÉXITO - Orden procesada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E18550-4FA3-4442-BA40-3213DFCE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01BF98-73DF-47BF-B5C4-E2C96700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101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53F715-427D-4878-8CC4-5A347FC2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59527D-C776-4083-B469-3CE2DFB8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781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recibió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F29A3B-373B-4F05-99AA-4F873480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815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Catálogo de órdenes y Sin resultados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4848A9-9F68-4A3B-8C64-3B870A009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10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B7F5A"/>
                </a:solidFill>
              </a:defRPr>
            </a:pPr>
            <a:r>
              <a:rPr sz="1350" b="1">
                <a:solidFill>
                  <a:srgbClr val="1B7F5A"/>
                </a:solidFill>
              </a:rPr>
              <a:t>Resultado comprobado el 12 de 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7394852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168B35-CCF5-496B-B3E7-7D435B26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B505D2-6792-4D3C-A3CD-E0A4DB22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Resultados y observaciones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6F09A-4A38-4015-A03B-935BE285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D96F63-C943-4489-B869-9E42B4EF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A3B35-0137-437A-8C32-118A8F15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7C400B-DC5C-4EA2-9642-5B1E5FC5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E810C-5001-45FA-8490-C6781301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EA87B-1B31-4561-AF4C-FF669CDF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Consulta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8E207A-E0EB-4468-AB4D-99D4CD48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LISCON["*"] ejecutó el SELECT remoto y respondió “Sin resultados”.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A3D92-11D4-44B3-AB00-7887A7B5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8FE74-6722-4744-85DC-5FD2E7C1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B3BC7-7575-4B2F-B8D0-1548D79C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Entrega externa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4EEE56-096E-4B92-8921-5AC6F6F38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La respuesta llegó al Gmail utilizado para la prueba.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06EF8-C98A-4874-80F5-963C514C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4E2AC2-98E4-4FC7-A183-566244DC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8FF1B3-2255-4C01-8994-1379AA4C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Primera recepción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68C034-E3F4-4C90-AE9B-91B858ECE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Gmail clasificó el remitente nuevo como Spam. La entrega no falló.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DE03-012E-4F14-9E7B-88A0ED5E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57CD7A-05AA-47D6-8717-0E979648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1C719A-65B5-4A15-9545-B74F2754B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Identidad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D2F7E-B74D-40B3-B36C-52708178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 09 SA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grupo09sa@tecnoweb.org.bo</a:t>
            </a:r>
          </a:p>
        </p:txBody>
      </p:sp>
    </p:spTree>
    <p:extLst>
      <p:ext uri="{BB962C8B-B14F-4D97-AF65-F5344CB8AC3E}">
        <p14:creationId xmlns:p14="http://schemas.microsoft.com/office/powerpoint/2010/main" val="1047246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92057E-601C-4DB9-A095-414E206B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1A5C5-CC1C-4C3B-BD82-ED5DCBB5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Demostración de errores controlados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3FECF-69FA-41E5-B019-78A30022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92133-16FF-4747-A445-F9455A74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C0AD2-E35D-4B36-AEAE-F29F099D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79DB77-F0ED-4013-84D1-8F0692F5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F16F7-59D4-4A51-9C5D-D0D20121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COMANDO[]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8E333D-15E9-4464-AF66-B746B7F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Comando inexistente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CCC72C-DAE6-4049-9519-F4407B4F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1462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1A020-D872-4663-8B18-034375E9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REGEXA["1","120","nota"]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CF3C91-59C5-4AA0-BD34-9BB8F8EE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Puntaje fuera de 0 a 100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F33DB6-1EA8-4B84-A4C3-0E147A58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15611-8AC6-404C-B318-E1ED000B3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INSCON con fecha final anterior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C25409-5B4A-48BF-9792-CA0EE53A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Periodo inválido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EA4DC-99B0-450D-8EB9-8C476E021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972AB9-557E-492B-9319-D8FA4BB7E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Orden privada desde correo no registrado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3EE56B-7FB1-4D0D-A3B8-DC2264BD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012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Rol insuficiente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793FC9-0C91-4B51-A946-0A1340AF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857875"/>
            <a:ext cx="8763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7365D"/>
                </a:solidFill>
              </a:defRPr>
            </a:pPr>
            <a:r>
              <a:rPr sz="1425" b="1">
                <a:solidFill>
                  <a:srgbClr val="17365D"/>
                </a:solidFill>
              </a:rPr>
              <a:t>Cada error produce una respuesta explicativa y evita modificar la base de datos.</a:t>
            </a:r>
          </a:p>
        </p:txBody>
      </p:sp>
    </p:spTree>
    <p:extLst>
      <p:ext uri="{BB962C8B-B14F-4D97-AF65-F5344CB8AC3E}">
        <p14:creationId xmlns:p14="http://schemas.microsoft.com/office/powerpoint/2010/main" val="18378707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32DD84-4AEC-472B-ABCB-14A64CC8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|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D2145-FA22-4043-887E-E7DE6D9E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Conclusión y defensa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ADAC80-B2C3-4411-B4C2-513A5B8B9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6C5E9-C362-435D-96CC-2D84A9A1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C61EE-3621-4926-BEAF-610D9333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1E95C0-9D64-4ACD-843A-A4606CA8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El sistema cumple el ciclo solicitado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1DA14-8C09-463D-B2A0-2F5A8B22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correo entrante  ›  validación  ›  PostgreSQL  ›  respuesta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1A4CB5-DABD-4831-A905-A0AC4BCF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CE88CE-1BB6-473F-AC4A-E03A366B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F4085-4FC3-4A12-9FD9-08E8E2ED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Defensa de 15 a 20 minutos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A72A88-D79D-4383-97AF-E408BE4D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1. Explicar el formato del asunto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2. Iniciar el JAR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3. Enviar AYUDA y una consulta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4. Mostrar base de datos, ranking y auditoría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98E998-D6F5-4C6B-A255-02F75CB7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3C1DE6-2F67-4014-A676-838D6828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D9274A-2529-48E3-A995-A3991390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Archivos de entrega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DF739-DAE7-453A-9E2B-6FE143CE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Código fuente Maven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Esquema PostgreSQL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PUDS en DOCX y PDF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Presentación</a:t>
            </a:r>
          </a:p>
          <a:p xmlns:a="http://schemas.openxmlformats.org/drawingml/2006/main">
            <a:pPr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ZIP y TAR.GZ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2DD431-36D0-499B-88CA-E3C1F17A8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9055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Grupo 09 SA</a:t>
            </a:r>
          </a:p>
        </p:txBody>
      </p:sp>
    </p:spTree>
    <p:extLst>
      <p:ext uri="{BB962C8B-B14F-4D97-AF65-F5344CB8AC3E}">
        <p14:creationId xmlns:p14="http://schemas.microsoft.com/office/powerpoint/2010/main" val="5249105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2026-10-12T15:16:28.4280000Z</dcterms:created>
  <dcterms:modified xsi:type="dcterms:W3CDTF">2026-10-12T15:16:28.4280000Z</dcterms:modified>
</coreProperties>
</file>